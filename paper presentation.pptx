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theme/theme6.xml" ContentType="application/vnd.openxmlformats-officedocument.theme+xml"/>
  <Override PartName="/ppt/slideLayouts/slideLayout2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722" r:id="rId2"/>
    <p:sldMasterId id="2147483668" r:id="rId3"/>
    <p:sldMasterId id="2147483674" r:id="rId4"/>
    <p:sldMasterId id="2147483648" r:id="rId5"/>
    <p:sldMasterId id="2147483684" r:id="rId6"/>
    <p:sldMasterId id="2147483697" r:id="rId7"/>
  </p:sldMasterIdLst>
  <p:notesMasterIdLst>
    <p:notesMasterId r:id="rId40"/>
  </p:notesMasterIdLst>
  <p:handoutMasterIdLst>
    <p:handoutMasterId r:id="rId41"/>
  </p:handoutMasterIdLst>
  <p:sldIdLst>
    <p:sldId id="355" r:id="rId8"/>
    <p:sldId id="429" r:id="rId9"/>
    <p:sldId id="435" r:id="rId10"/>
    <p:sldId id="436" r:id="rId11"/>
    <p:sldId id="437" r:id="rId12"/>
    <p:sldId id="438" r:id="rId13"/>
    <p:sldId id="439" r:id="rId14"/>
    <p:sldId id="440" r:id="rId15"/>
    <p:sldId id="441" r:id="rId16"/>
    <p:sldId id="442" r:id="rId17"/>
    <p:sldId id="443" r:id="rId18"/>
    <p:sldId id="444" r:id="rId19"/>
    <p:sldId id="445" r:id="rId20"/>
    <p:sldId id="434" r:id="rId21"/>
    <p:sldId id="428" r:id="rId22"/>
    <p:sldId id="430" r:id="rId23"/>
    <p:sldId id="405" r:id="rId24"/>
    <p:sldId id="432" r:id="rId25"/>
    <p:sldId id="407" r:id="rId26"/>
    <p:sldId id="408" r:id="rId27"/>
    <p:sldId id="411" r:id="rId28"/>
    <p:sldId id="433" r:id="rId29"/>
    <p:sldId id="412" r:id="rId30"/>
    <p:sldId id="414" r:id="rId31"/>
    <p:sldId id="415" r:id="rId32"/>
    <p:sldId id="416" r:id="rId33"/>
    <p:sldId id="417" r:id="rId34"/>
    <p:sldId id="418" r:id="rId35"/>
    <p:sldId id="420" r:id="rId36"/>
    <p:sldId id="419" r:id="rId37"/>
    <p:sldId id="421" r:id="rId38"/>
    <p:sldId id="422" r:id="rId39"/>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4" userDrawn="1">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CF61DF-608A-4863-8EEB-B13EAF41BFD5}" v="328" dt="2020-10-04T01:50:20.975"/>
  </p1510:revLst>
</p1510:revInfo>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39" autoAdjust="0"/>
    <p:restoredTop sz="88272" autoAdjust="0"/>
  </p:normalViewPr>
  <p:slideViewPr>
    <p:cSldViewPr snapToGrid="0">
      <p:cViewPr varScale="1">
        <p:scale>
          <a:sx n="124" d="100"/>
          <a:sy n="124" d="100"/>
        </p:scale>
        <p:origin x="1338" y="624"/>
      </p:cViewPr>
      <p:guideLst>
        <p:guide orient="horz" pos="2164"/>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microsoft.com/office/2015/10/relationships/revisionInfo" Target="revisionInfo.xml"/><Relationship Id="rId20" Type="http://schemas.openxmlformats.org/officeDocument/2006/relationships/slide" Target="slides/slide13.xml"/><Relationship Id="rId41"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205687896607859"/>
          <c:y val="8.3674965730498266E-3"/>
          <c:w val="0.4620606955380594"/>
          <c:h val="0.94046776541596178"/>
        </c:manualLayout>
      </c:layout>
      <c:barChart>
        <c:barDir val="bar"/>
        <c:grouping val="clustered"/>
        <c:varyColors val="0"/>
        <c:ser>
          <c:idx val="0"/>
          <c:order val="0"/>
          <c:tx>
            <c:strRef>
              <c:f>Tabelle1!$B$1</c:f>
              <c:strCache>
                <c:ptCount val="1"/>
                <c:pt idx="0">
                  <c:v>Datenreihe 1</c:v>
                </c:pt>
              </c:strCache>
            </c:strRef>
          </c:tx>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2C8-4774-8252-57FDEEF9744C}"/>
            </c:ext>
          </c:extLst>
        </c:ser>
        <c:ser>
          <c:idx val="1"/>
          <c:order val="1"/>
          <c:tx>
            <c:strRef>
              <c:f>Tabelle1!$C$1</c:f>
              <c:strCache>
                <c:ptCount val="1"/>
                <c:pt idx="0">
                  <c:v>Datenreihe 2</c:v>
                </c:pt>
              </c:strCache>
            </c:strRef>
          </c:tx>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2C8-4774-8252-57FDEEF9744C}"/>
            </c:ext>
          </c:extLst>
        </c:ser>
        <c:ser>
          <c:idx val="2"/>
          <c:order val="2"/>
          <c:tx>
            <c:strRef>
              <c:f>Tabelle1!$D$1</c:f>
              <c:strCache>
                <c:ptCount val="1"/>
                <c:pt idx="0">
                  <c:v>Datenreihe 3</c:v>
                </c:pt>
              </c:strCache>
            </c:strRef>
          </c:tx>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2C8-4774-8252-57FDEEF9744C}"/>
            </c:ext>
          </c:extLst>
        </c:ser>
        <c:dLbls>
          <c:showLegendKey val="0"/>
          <c:showVal val="0"/>
          <c:showCatName val="0"/>
          <c:showSerName val="0"/>
          <c:showPercent val="0"/>
          <c:showBubbleSize val="0"/>
        </c:dLbls>
        <c:gapWidth val="150"/>
        <c:axId val="55609984"/>
        <c:axId val="55632256"/>
      </c:barChart>
      <c:catAx>
        <c:axId val="55609984"/>
        <c:scaling>
          <c:orientation val="maxMin"/>
        </c:scaling>
        <c:delete val="0"/>
        <c:axPos val="l"/>
        <c:numFmt formatCode="General" sourceLinked="0"/>
        <c:majorTickMark val="out"/>
        <c:minorTickMark val="none"/>
        <c:tickLblPos val="nextTo"/>
        <c:spPr>
          <a:ln>
            <a:noFill/>
          </a:ln>
        </c:spPr>
        <c:txPr>
          <a:bodyPr/>
          <a:lstStyle/>
          <a:p>
            <a:pPr>
              <a:defRPr sz="1200"/>
            </a:pPr>
            <a:endParaRPr lang="en-US"/>
          </a:p>
        </c:txPr>
        <c:crossAx val="55632256"/>
        <c:crosses val="autoZero"/>
        <c:auto val="1"/>
        <c:lblAlgn val="ctr"/>
        <c:lblOffset val="100"/>
        <c:noMultiLvlLbl val="0"/>
      </c:catAx>
      <c:valAx>
        <c:axId val="55632256"/>
        <c:scaling>
          <c:orientation val="minMax"/>
        </c:scaling>
        <c:delete val="1"/>
        <c:axPos val="t"/>
        <c:numFmt formatCode="General" sourceLinked="1"/>
        <c:majorTickMark val="out"/>
        <c:minorTickMark val="none"/>
        <c:tickLblPos val="none"/>
        <c:crossAx val="55609984"/>
        <c:crosses val="autoZero"/>
        <c:crossBetween val="between"/>
      </c:valAx>
      <c:spPr>
        <a:noFill/>
        <a:ln w="25400">
          <a:noFill/>
        </a:ln>
      </c:spPr>
    </c:plotArea>
    <c:legend>
      <c:legendPos val="r"/>
      <c:legendEntry>
        <c:idx val="0"/>
        <c:txPr>
          <a:bodyPr/>
          <a:lstStyle/>
          <a:p>
            <a:pPr>
              <a:defRPr sz="1200"/>
            </a:pPr>
            <a:endParaRPr lang="en-US"/>
          </a:p>
        </c:txPr>
      </c:legendEntry>
      <c:legendEntry>
        <c:idx val="1"/>
        <c:txPr>
          <a:bodyPr/>
          <a:lstStyle/>
          <a:p>
            <a:pPr>
              <a:defRPr sz="1200"/>
            </a:pPr>
            <a:endParaRPr lang="en-US"/>
          </a:p>
        </c:txPr>
      </c:legendEntry>
      <c:legendEntry>
        <c:idx val="2"/>
        <c:txPr>
          <a:bodyPr/>
          <a:lstStyle/>
          <a:p>
            <a:pPr>
              <a:defRPr sz="1200"/>
            </a:pPr>
            <a:endParaRPr lang="en-US"/>
          </a:p>
        </c:txPr>
      </c:legendEntry>
      <c:layout>
        <c:manualLayout>
          <c:xMode val="edge"/>
          <c:yMode val="edge"/>
          <c:x val="0.80149253731343284"/>
          <c:y val="0.52835304493820856"/>
          <c:w val="0.17581008344106258"/>
          <c:h val="0.39444292135547893"/>
        </c:manualLayout>
      </c:layout>
      <c:overlay val="0"/>
    </c:legend>
    <c:plotVisOnly val="1"/>
    <c:dispBlanksAs val="gap"/>
    <c:showDLblsOverMax val="0"/>
  </c:chart>
  <c:txPr>
    <a:bodyPr/>
    <a:lstStyle/>
    <a:p>
      <a:pPr>
        <a:defRPr sz="16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296584438243166E-2"/>
          <c:y val="4.8713577469482974E-2"/>
          <c:w val="0.72089832193327852"/>
          <c:h val="0.71127185070697474"/>
        </c:manualLayout>
      </c:layout>
      <c:barChart>
        <c:barDir val="col"/>
        <c:grouping val="cluster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DE59-49E9-803D-8496346D7514}"/>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DE59-49E9-803D-8496346D7514}"/>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DE59-49E9-803D-8496346D7514}"/>
            </c:ext>
          </c:extLst>
        </c:ser>
        <c:dLbls>
          <c:showLegendKey val="0"/>
          <c:showVal val="0"/>
          <c:showCatName val="0"/>
          <c:showSerName val="0"/>
          <c:showPercent val="0"/>
          <c:showBubbleSize val="0"/>
        </c:dLbls>
        <c:gapWidth val="219"/>
        <c:overlap val="-27"/>
        <c:axId val="55849728"/>
        <c:axId val="55851264"/>
      </c:barChart>
      <c:catAx>
        <c:axId val="55849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55851264"/>
        <c:crosses val="autoZero"/>
        <c:auto val="1"/>
        <c:lblAlgn val="ctr"/>
        <c:lblOffset val="100"/>
        <c:noMultiLvlLbl val="0"/>
      </c:catAx>
      <c:valAx>
        <c:axId val="55851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5849728"/>
        <c:crosses val="autoZero"/>
        <c:crossBetween val="between"/>
      </c:valAx>
      <c:spPr>
        <a:noFill/>
        <a:ln>
          <a:noFill/>
        </a:ln>
        <a:effectLst/>
      </c:spPr>
    </c:plotArea>
    <c:legend>
      <c:legendPos val="b"/>
      <c:layout>
        <c:manualLayout>
          <c:xMode val="edge"/>
          <c:yMode val="edge"/>
          <c:x val="0.8154296124150936"/>
          <c:y val="0.49854001583135465"/>
          <c:w val="0.17871519121995594"/>
          <c:h val="0.29683382888669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23/01/2026</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‹Nº›</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23/01/2026</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‹Nº›</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740025" y="500063"/>
            <a:ext cx="4445000" cy="2500312"/>
          </a:xfrm>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‹Nº›</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3DC659F7-0024-9FCB-D753-C693EDA7779B}"/>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‹Nº›</a:t>
            </a:fld>
            <a:endParaRPr lang="de-DE" dirty="0"/>
          </a:p>
        </p:txBody>
      </p:sp>
    </p:spTree>
    <p:extLst>
      <p:ext uri="{BB962C8B-B14F-4D97-AF65-F5344CB8AC3E}">
        <p14:creationId xmlns:p14="http://schemas.microsoft.com/office/powerpoint/2010/main" val="3981830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858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‹Nº›</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‹Nº›</a:t>
            </a:fld>
            <a:endParaRPr lang="de-DE" dirty="0"/>
          </a:p>
        </p:txBody>
      </p:sp>
      <p:sp>
        <p:nvSpPr>
          <p:cNvPr id="2" name="Textfeld 10">
            <a:extLst>
              <a:ext uri="{FF2B5EF4-FFF2-40B4-BE49-F238E27FC236}">
                <a16:creationId xmlns:a16="http://schemas.microsoft.com/office/drawing/2014/main" id="{154976A3-D458-EBF9-B242-F3440F1111AF}"/>
              </a:ext>
            </a:extLst>
          </p:cNvPr>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bg1"/>
                </a:solidFill>
                <a:latin typeface="+mn-lt"/>
              </a:rPr>
              <a:t>Chair of High-Power Converter Systems</a:t>
            </a:r>
            <a:endParaRPr lang="de-DE" sz="800" kern="1200" dirty="0">
              <a:solidFill>
                <a:schemeClr val="bg1"/>
              </a:solidFill>
              <a:latin typeface="+mn-lt"/>
              <a:ea typeface="+mn-ea"/>
              <a:cs typeface="Arial" charset="0"/>
            </a:endParaRPr>
          </a:p>
          <a:p>
            <a:pPr>
              <a:lnSpc>
                <a:spcPts val="900"/>
              </a:lnSpc>
            </a:pPr>
            <a:r>
              <a:rPr lang="en-US" sz="800" kern="1200" dirty="0">
                <a:solidFill>
                  <a:schemeClr val="bg1"/>
                </a:solidFill>
                <a:latin typeface="+mn-lt"/>
                <a:ea typeface="+mn-ea"/>
                <a:cs typeface="Arial" charset="0"/>
              </a:rPr>
              <a:t>TUM School of Engineering and Design</a:t>
            </a:r>
            <a:endParaRPr lang="de-DE" sz="800" kern="1200" dirty="0">
              <a:solidFill>
                <a:schemeClr val="bg1"/>
              </a:solidFill>
              <a:latin typeface="+mn-lt"/>
              <a:ea typeface="+mn-ea"/>
              <a:cs typeface="Arial" charset="0"/>
            </a:endParaRPr>
          </a:p>
          <a:p>
            <a:pPr>
              <a:lnSpc>
                <a:spcPts val="900"/>
              </a:lnSpc>
            </a:pPr>
            <a:r>
              <a:rPr lang="de-DE" sz="800" baseline="0" dirty="0">
                <a:solidFill>
                  <a:schemeClr val="bg1"/>
                </a:solidFill>
                <a:latin typeface="+mn-lt"/>
              </a:rPr>
              <a:t>Technical University of Munich</a:t>
            </a:r>
            <a:endParaRPr lang="de-DE" sz="800" dirty="0">
              <a:solidFill>
                <a:schemeClr val="bg1"/>
              </a:solidFill>
              <a:latin typeface="+mn-lt"/>
            </a:endParaRPr>
          </a:p>
        </p:txBody>
      </p:sp>
    </p:spTree>
    <p:extLst>
      <p:ext uri="{BB962C8B-B14F-4D97-AF65-F5344CB8AC3E}">
        <p14:creationId xmlns:p14="http://schemas.microsoft.com/office/powerpoint/2010/main" val="1390414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‹Nº›</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186CB456-4823-F0CE-7635-2DF9E971C75F}"/>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‹Nº›</a:t>
            </a:fld>
            <a:endParaRPr lang="de-DE" dirty="0"/>
          </a:p>
        </p:txBody>
      </p:sp>
    </p:spTree>
    <p:extLst>
      <p:ext uri="{BB962C8B-B14F-4D97-AF65-F5344CB8AC3E}">
        <p14:creationId xmlns:p14="http://schemas.microsoft.com/office/powerpoint/2010/main" val="1660424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‹Nº›</a:t>
            </a:fld>
            <a:endParaRPr lang="de-DE" dirty="0"/>
          </a:p>
        </p:txBody>
      </p:sp>
      <p:sp>
        <p:nvSpPr>
          <p:cNvPr id="9" name="Titel 1">
            <a:extLst>
              <a:ext uri="{FF2B5EF4-FFF2-40B4-BE49-F238E27FC236}">
                <a16:creationId xmlns:a16="http://schemas.microsoft.com/office/drawing/2014/main" id="{05AABF3B-2112-4303-BACC-C389E81E7384}"/>
              </a:ext>
            </a:extLst>
          </p:cNvPr>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Tree>
    <p:extLst>
      <p:ext uri="{BB962C8B-B14F-4D97-AF65-F5344CB8AC3E}">
        <p14:creationId xmlns:p14="http://schemas.microsoft.com/office/powerpoint/2010/main" val="17185509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‹Nº›</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9" name="Text Placeholder 18">
            <a:extLst>
              <a:ext uri="{FF2B5EF4-FFF2-40B4-BE49-F238E27FC236}">
                <a16:creationId xmlns:a16="http://schemas.microsoft.com/office/drawing/2014/main" id="{740E7229-04EE-4764-BC7E-F87916F4FA64}"/>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‹Nº›</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307266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‹Nº›</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0912513-725A-7B3D-7236-D9DF537BD47D}"/>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‹Nº›</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66090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506687"/>
            <a:ext cx="8508999" cy="317961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‹Nº›</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1161" y="936839"/>
            <a:ext cx="8508999" cy="49768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2731150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‹Nº›</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93133E1-5289-7056-E483-775294333E78}"/>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855147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‹Nº›</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4403057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‹Nº›</a:t>
            </a:fld>
            <a:endParaRPr lang="de-DE" dirty="0"/>
          </a:p>
        </p:txBody>
      </p:sp>
      <p:sp>
        <p:nvSpPr>
          <p:cNvPr id="8" name="Fußzeilenplatzhalter 7"/>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E9EB89DB-0FCB-44DF-1F96-9A2EDDD7D265}"/>
              </a:ext>
            </a:extLst>
          </p:cNvPr>
          <p:cNvSpPr>
            <a:spLocks noGrp="1"/>
          </p:cNvSpPr>
          <p:nvPr>
            <p:ph type="body" sz="quarter" idx="18"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‹Nº›</a:t>
            </a:fld>
            <a:endParaRPr lang="de-DE" dirty="0"/>
          </a:p>
        </p:txBody>
      </p:sp>
      <p:sp>
        <p:nvSpPr>
          <p:cNvPr id="8" name="Fußzeilenplatzhalter 7"/>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0068467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‹Nº›</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9AEF4677-339F-8CA2-B0ED-473D9EA817FC}"/>
              </a:ext>
            </a:extLst>
          </p:cNvPr>
          <p:cNvSpPr>
            <a:spLocks noGrp="1"/>
          </p:cNvSpPr>
          <p:nvPr>
            <p:ph type="body" sz="quarter" idx="19"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‹Nº›</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1045657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‹Nº›</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B396E02D-F2E0-1B1F-A258-256C442E5359}"/>
              </a:ext>
            </a:extLst>
          </p:cNvPr>
          <p:cNvSpPr>
            <a:spLocks noGrp="1"/>
          </p:cNvSpPr>
          <p:nvPr>
            <p:ph type="body" sz="quarter" idx="20"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1771076"/>
            <a:ext cx="9144000" cy="337242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‹Nº›</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702900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‹Nº›</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5FE9A9B3-89BF-F3DC-FA80-DEDD36A47285}"/>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‹Nº›</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611215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‹Nº›</a:t>
            </a:fld>
            <a:endParaRPr lang="de-DE" dirty="0"/>
          </a:p>
        </p:txBody>
      </p:sp>
      <p:sp>
        <p:nvSpPr>
          <p:cNvPr id="10" name="Fußzeilenplatzhalter 9"/>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FB6134F2-2761-390F-47D1-C1565FBC87CA}"/>
              </a:ext>
            </a:extLst>
          </p:cNvPr>
          <p:cNvSpPr>
            <a:spLocks noGrp="1"/>
          </p:cNvSpPr>
          <p:nvPr>
            <p:ph type="body" sz="quarter" idx="17"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‹Nº›</a:t>
            </a:fld>
            <a:endParaRPr lang="de-DE" dirty="0"/>
          </a:p>
        </p:txBody>
      </p:sp>
      <p:sp>
        <p:nvSpPr>
          <p:cNvPr id="10" name="Fußzeilenplatzhalter 9"/>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2878373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‹Nº›</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‹Nº›</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4.emf"/><Relationship Id="rId4" Type="http://schemas.openxmlformats.org/officeDocument/2006/relationships/image" Target="../media/image3.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image" Target="../media/image1.w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1.wmf"/><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theme" Target="../theme/theme5.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6.xml"/><Relationship Id="rId1" Type="http://schemas.openxmlformats.org/officeDocument/2006/relationships/slideLayout" Target="../slideLayouts/slideLayout2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7.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‹Nº›</a:t>
            </a:fld>
            <a:endParaRPr lang="de-DE" dirty="0"/>
          </a:p>
        </p:txBody>
      </p:sp>
      <p:pic>
        <p:nvPicPr>
          <p:cNvPr id="5" name="Bild 8" descr="20150416 tum logo blau png final.png"/>
          <p:cNvPicPr>
            <a:picLocks noChangeAspect="1"/>
          </p:cNvPicPr>
          <p:nvPr userDrawn="1"/>
        </p:nvPicPr>
        <p:blipFill>
          <a:blip r:embed="rId4"/>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65" r:id="rId2"/>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966230"/>
      </p:ext>
    </p:extLst>
  </p:cSld>
  <p:clrMap bg1="lt1" tx1="dk1" bg2="lt2" tx2="dk2" accent1="accent1" accent2="accent2" accent3="accent3" accent4="accent4" accent5="accent5" accent6="accent6" hlink="hlink" folHlink="folHlink"/>
  <p:sldLayoutIdLst>
    <p:sldLayoutId id="214748372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‹Nº›</a:t>
            </a:fld>
            <a:endParaRPr lang="de-DE" sz="1200" dirty="0">
              <a:latin typeface="+mn-lt"/>
              <a:cs typeface="Arial" pitchFamily="34" charset="0"/>
            </a:endParaRPr>
          </a:p>
        </p:txBody>
      </p:sp>
      <p:pic>
        <p:nvPicPr>
          <p:cNvPr id="5" name="Bild 4" descr="Fahnen_HG.jpg"/>
          <p:cNvPicPr>
            <a:picLocks noChangeAspect="1"/>
          </p:cNvPicPr>
          <p:nvPr/>
        </p:nvPicPr>
        <p:blipFill>
          <a:blip r:embed="rId4" cstate="screen"/>
          <a:srcRect l="398" t="14167" b="10833"/>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5"/>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‹Nº›</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 id="2147483724"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‹Nº›</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4"/>
          <a:stretch>
            <a:fillRect/>
          </a:stretch>
        </p:blipFill>
        <p:spPr>
          <a:xfrm>
            <a:off x="8218411" y="324000"/>
            <a:ext cx="604774" cy="318516"/>
          </a:xfrm>
          <a:prstGeom prst="rect">
            <a:avLst/>
          </a:prstGeom>
        </p:spPr>
      </p:pic>
      <p:sp>
        <p:nvSpPr>
          <p:cNvPr id="11" name="Textfeld 10"/>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tx2"/>
                </a:solidFill>
                <a:latin typeface="+mn-lt"/>
              </a:rPr>
              <a:t>Chair of High-Power Converter Systems</a:t>
            </a:r>
            <a:endParaRPr lang="de-DE" sz="800" kern="1200" dirty="0">
              <a:solidFill>
                <a:schemeClr val="tx2"/>
              </a:solidFill>
              <a:latin typeface="+mn-lt"/>
              <a:ea typeface="+mn-ea"/>
              <a:cs typeface="Arial" charset="0"/>
            </a:endParaRPr>
          </a:p>
          <a:p>
            <a:pPr>
              <a:lnSpc>
                <a:spcPts val="900"/>
              </a:lnSpc>
            </a:pPr>
            <a:r>
              <a:rPr lang="en-US" sz="800" kern="1200" dirty="0">
                <a:solidFill>
                  <a:schemeClr val="tx2"/>
                </a:solidFill>
                <a:latin typeface="+mn-lt"/>
                <a:ea typeface="+mn-ea"/>
                <a:cs typeface="Arial" charset="0"/>
              </a:rPr>
              <a:t>TUM School of Engineering and Design</a:t>
            </a:r>
            <a:endParaRPr lang="de-DE" sz="800" kern="1200" dirty="0">
              <a:solidFill>
                <a:schemeClr val="tx2"/>
              </a:solidFill>
              <a:latin typeface="+mn-lt"/>
              <a:ea typeface="+mn-ea"/>
              <a:cs typeface="Arial" charset="0"/>
            </a:endParaRPr>
          </a:p>
          <a:p>
            <a:pPr>
              <a:lnSpc>
                <a:spcPts val="900"/>
              </a:lnSpc>
            </a:pPr>
            <a:r>
              <a:rPr lang="de-DE" sz="800" baseline="0" dirty="0">
                <a:solidFill>
                  <a:schemeClr val="tx2"/>
                </a:solidFill>
                <a:latin typeface="+mn-lt"/>
              </a:rPr>
              <a:t>Technical University of Munich</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20"/>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‹Nº›</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16" r:id="rId3"/>
    <p:sldLayoutId id="2147483704" r:id="rId4"/>
    <p:sldLayoutId id="2147483714" r:id="rId5"/>
    <p:sldLayoutId id="2147483713" r:id="rId6"/>
    <p:sldLayoutId id="2147483712" r:id="rId7"/>
    <p:sldLayoutId id="2147483715" r:id="rId8"/>
    <p:sldLayoutId id="2147483657" r:id="rId9"/>
    <p:sldLayoutId id="2147483717" r:id="rId10"/>
    <p:sldLayoutId id="2147483711" r:id="rId11"/>
    <p:sldLayoutId id="2147483718" r:id="rId12"/>
    <p:sldLayoutId id="2147483703" r:id="rId13"/>
    <p:sldLayoutId id="2147483719" r:id="rId14"/>
    <p:sldLayoutId id="2147483653" r:id="rId15"/>
    <p:sldLayoutId id="2147483721" r:id="rId16"/>
    <p:sldLayoutId id="2147483656" r:id="rId17"/>
    <p:sldLayoutId id="2147483720" r:id="rId18"/>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‹Nº›</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‹Nº›</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 4" descr="TUM_Glockenturm.tif"/>
          <p:cNvPicPr>
            <a:picLocks noChangeAspect="1"/>
          </p:cNvPicPr>
          <p:nvPr/>
        </p:nvPicPr>
        <p:blipFill>
          <a:blip r:embed="rId3"/>
          <a:stretch>
            <a:fillRect/>
          </a:stretch>
        </p:blipFill>
        <p:spPr>
          <a:xfrm>
            <a:off x="4975215" y="1476375"/>
            <a:ext cx="3819542" cy="3333750"/>
          </a:xfrm>
          <a:prstGeom prst="rect">
            <a:avLst/>
          </a:prstGeom>
        </p:spPr>
      </p:pic>
      <p:sp>
        <p:nvSpPr>
          <p:cNvPr id="5" name="Titel 4"/>
          <p:cNvSpPr>
            <a:spLocks noGrp="1"/>
          </p:cNvSpPr>
          <p:nvPr>
            <p:ph type="title"/>
          </p:nvPr>
        </p:nvSpPr>
        <p:spPr/>
        <p:txBody>
          <a:bodyPr/>
          <a:lstStyle/>
          <a:p>
            <a:r>
              <a:rPr lang="en-US" dirty="0"/>
              <a:t>A Comparative Study of Static and Dynamic Graph Neural Networks for Financial Trend Prediction</a:t>
            </a:r>
            <a:endParaRPr lang="de-DE" dirty="0"/>
          </a:p>
        </p:txBody>
      </p:sp>
      <p:sp>
        <p:nvSpPr>
          <p:cNvPr id="3" name="Inhaltsplatzhalter 2"/>
          <p:cNvSpPr>
            <a:spLocks noGrp="1"/>
          </p:cNvSpPr>
          <p:nvPr>
            <p:ph idx="10"/>
          </p:nvPr>
        </p:nvSpPr>
        <p:spPr>
          <a:xfrm>
            <a:off x="150223" y="2071760"/>
            <a:ext cx="8677866" cy="1716360"/>
          </a:xfrm>
        </p:spPr>
        <p:txBody>
          <a:bodyPr/>
          <a:lstStyle/>
          <a:p>
            <a:r>
              <a:rPr lang="de-DE" dirty="0"/>
              <a:t>Aldo Rodriguez Gutierrez</a:t>
            </a:r>
            <a:endParaRPr lang="es-ES" dirty="0"/>
          </a:p>
          <a:p>
            <a:r>
              <a:rPr lang="de-DE" dirty="0"/>
              <a:t>Technische Universität München</a:t>
            </a:r>
          </a:p>
          <a:p>
            <a:r>
              <a:rPr lang="en-US" dirty="0"/>
              <a:t>Foundations and Applications of Graph Neural Networks</a:t>
            </a:r>
          </a:p>
          <a:p>
            <a:r>
              <a:rPr lang="es-ES" dirty="0"/>
              <a:t>Jana </a:t>
            </a:r>
            <a:r>
              <a:rPr lang="es-ES" dirty="0" err="1"/>
              <a:t>Vatter</a:t>
            </a:r>
            <a:endParaRPr lang="de-DE" dirty="0"/>
          </a:p>
          <a:p>
            <a:r>
              <a:rPr lang="de-DE" dirty="0"/>
              <a:t>Garching, 26th January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0760C5-C409-EBA3-6EC9-19410FBD52F7}"/>
              </a:ext>
            </a:extLst>
          </p:cNvPr>
          <p:cNvSpPr>
            <a:spLocks noGrp="1"/>
          </p:cNvSpPr>
          <p:nvPr>
            <p:ph type="sldNum" sz="quarter" idx="11"/>
          </p:nvPr>
        </p:nvSpPr>
        <p:spPr/>
        <p:txBody>
          <a:bodyPr/>
          <a:lstStyle/>
          <a:p>
            <a:fld id="{CE58CB1E-F828-4F11-99E0-327109AF9DA4}" type="slidenum">
              <a:rPr lang="de-DE" smtClean="0"/>
              <a:pPr/>
              <a:t>2</a:t>
            </a:fld>
            <a:endParaRPr lang="de-DE" dirty="0"/>
          </a:p>
        </p:txBody>
      </p:sp>
      <p:sp>
        <p:nvSpPr>
          <p:cNvPr id="4" name="Footer Placeholder 3">
            <a:extLst>
              <a:ext uri="{FF2B5EF4-FFF2-40B4-BE49-F238E27FC236}">
                <a16:creationId xmlns:a16="http://schemas.microsoft.com/office/drawing/2014/main" id="{68DE7133-5332-DB05-7CB5-DFF741A81D57}"/>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24F863E5-203C-6984-D649-A0A51B15CE39}"/>
              </a:ext>
            </a:extLst>
          </p:cNvPr>
          <p:cNvSpPr>
            <a:spLocks noGrp="1"/>
          </p:cNvSpPr>
          <p:nvPr>
            <p:ph type="title"/>
          </p:nvPr>
        </p:nvSpPr>
        <p:spPr/>
        <p:txBody>
          <a:bodyPr/>
          <a:lstStyle/>
          <a:p>
            <a:r>
              <a:rPr lang="es-ES" dirty="0" err="1"/>
              <a:t>Motivation</a:t>
            </a:r>
            <a:r>
              <a:rPr lang="es-ES" dirty="0"/>
              <a:t> &amp; </a:t>
            </a:r>
            <a:r>
              <a:rPr lang="es-ES" dirty="0" err="1"/>
              <a:t>The</a:t>
            </a:r>
            <a:r>
              <a:rPr lang="es-ES" dirty="0"/>
              <a:t> </a:t>
            </a:r>
            <a:r>
              <a:rPr lang="es-ES" dirty="0" err="1"/>
              <a:t>Economic</a:t>
            </a:r>
            <a:r>
              <a:rPr lang="es-ES" dirty="0"/>
              <a:t> Incentive</a:t>
            </a:r>
            <a:endParaRPr lang="en-GB" dirty="0"/>
          </a:p>
        </p:txBody>
      </p:sp>
      <p:sp>
        <p:nvSpPr>
          <p:cNvPr id="6" name="Text Placeholder 5">
            <a:extLst>
              <a:ext uri="{FF2B5EF4-FFF2-40B4-BE49-F238E27FC236}">
                <a16:creationId xmlns:a16="http://schemas.microsoft.com/office/drawing/2014/main" id="{E63141BF-ACFE-BF4E-8832-B6004711275B}"/>
              </a:ext>
            </a:extLst>
          </p:cNvPr>
          <p:cNvSpPr>
            <a:spLocks noGrp="1"/>
          </p:cNvSpPr>
          <p:nvPr>
            <p:ph type="body" sz="quarter" idx="14"/>
          </p:nvPr>
        </p:nvSpPr>
        <p:spPr/>
        <p:txBody>
          <a:bodyPr/>
          <a:lstStyle/>
          <a:p>
            <a:r>
              <a:rPr lang="de-DE" dirty="0"/>
              <a:t>Masterfolien</a:t>
            </a:r>
            <a:endParaRPr lang="en-GB" dirty="0"/>
          </a:p>
        </p:txBody>
      </p:sp>
      <p:sp>
        <p:nvSpPr>
          <p:cNvPr id="7" name="Rectangle 1">
            <a:extLst>
              <a:ext uri="{FF2B5EF4-FFF2-40B4-BE49-F238E27FC236}">
                <a16:creationId xmlns:a16="http://schemas.microsoft.com/office/drawing/2014/main" id="{F454450B-95A9-7DAA-ADD8-C00041F397C2}"/>
              </a:ext>
            </a:extLst>
          </p:cNvPr>
          <p:cNvSpPr>
            <a:spLocks noGrp="1" noChangeArrowheads="1"/>
          </p:cNvSpPr>
          <p:nvPr>
            <p:ph idx="1"/>
          </p:nvPr>
        </p:nvSpPr>
        <p:spPr bwMode="auto">
          <a:xfrm>
            <a:off x="94403" y="1471966"/>
            <a:ext cx="894251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The</a:t>
            </a:r>
            <a:r>
              <a:rPr kumimoji="0" lang="es-ES" altLang="es-ES" sz="1800" b="1" i="0" u="none" strike="noStrike" cap="none" normalizeH="0" baseline="0" dirty="0">
                <a:ln>
                  <a:noFill/>
                </a:ln>
                <a:solidFill>
                  <a:schemeClr val="tx1"/>
                </a:solidFill>
                <a:effectLst/>
                <a:latin typeface="Arial" panose="020B0604020202020204" pitchFamily="34" charset="0"/>
              </a:rPr>
              <a:t> Incentive: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Empirical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evidence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suggests</a:t>
            </a:r>
            <a:r>
              <a:rPr kumimoji="0" lang="es-ES" altLang="es-ES" sz="1800" b="0" i="0" u="none" strike="noStrike" cap="none" normalizeH="0" baseline="0" dirty="0">
                <a:ln>
                  <a:noFill/>
                </a:ln>
                <a:solidFill>
                  <a:schemeClr val="tx1"/>
                </a:solidFill>
                <a:effectLst/>
                <a:latin typeface="Arial" panose="020B0604020202020204" pitchFamily="34" charset="0"/>
              </a:rPr>
              <a:t> a </a:t>
            </a:r>
            <a:r>
              <a:rPr kumimoji="0" lang="es-ES" altLang="es-ES" sz="1800" b="1" i="0" u="none" strike="noStrike" cap="none" normalizeH="0" baseline="0" dirty="0">
                <a:ln>
                  <a:noFill/>
                </a:ln>
                <a:solidFill>
                  <a:schemeClr val="tx1"/>
                </a:solidFill>
                <a:effectLst/>
                <a:latin typeface="Arial" panose="020B0604020202020204" pitchFamily="34" charset="0"/>
              </a:rPr>
              <a:t>1% </a:t>
            </a:r>
            <a:r>
              <a:rPr kumimoji="0" lang="es-ES" altLang="es-ES" sz="1800" b="1" i="0" u="none" strike="noStrike" cap="none" normalizeH="0" baseline="0" dirty="0" err="1">
                <a:ln>
                  <a:noFill/>
                </a:ln>
                <a:solidFill>
                  <a:schemeClr val="tx1"/>
                </a:solidFill>
                <a:effectLst/>
                <a:latin typeface="Arial" panose="020B0604020202020204" pitchFamily="34" charset="0"/>
              </a:rPr>
              <a:t>accuracy</a:t>
            </a:r>
            <a:r>
              <a:rPr kumimoji="0" lang="es-ES" altLang="es-ES" sz="1800" b="1"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err="1">
                <a:ln>
                  <a:noFill/>
                </a:ln>
                <a:solidFill>
                  <a:schemeClr val="tx1"/>
                </a:solidFill>
                <a:effectLst/>
                <a:latin typeface="Arial" panose="020B0604020202020204" pitchFamily="34" charset="0"/>
              </a:rPr>
              <a:t>improvement</a:t>
            </a:r>
            <a:r>
              <a:rPr kumimoji="0" lang="es-ES" altLang="es-ES" sz="1800" b="0" i="0" u="none" strike="noStrike" cap="none" normalizeH="0" baseline="0" dirty="0">
                <a:ln>
                  <a:noFill/>
                </a:ln>
                <a:solidFill>
                  <a:schemeClr val="tx1"/>
                </a:solidFill>
                <a:effectLst/>
                <a:latin typeface="Arial" panose="020B0604020202020204" pitchFamily="34" charset="0"/>
              </a:rPr>
              <a:t> can </a:t>
            </a:r>
            <a:endParaRPr lang="es-ES" altLang="es-E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err="1">
                <a:ln>
                  <a:noFill/>
                </a:ln>
                <a:solidFill>
                  <a:schemeClr val="tx1"/>
                </a:solidFill>
                <a:effectLst/>
                <a:latin typeface="Arial" panose="020B0604020202020204" pitchFamily="34" charset="0"/>
              </a:rPr>
              <a:t>yield</a:t>
            </a:r>
            <a:r>
              <a:rPr kumimoji="0" lang="es-ES" altLang="es-ES" sz="1800" b="0" i="0" u="none" strike="noStrike" cap="none" normalizeH="0" baseline="0" dirty="0">
                <a:ln>
                  <a:noFill/>
                </a:ln>
                <a:solidFill>
                  <a:schemeClr val="tx1"/>
                </a:solidFill>
                <a:effectLst/>
                <a:latin typeface="Arial" panose="020B0604020202020204" pitchFamily="34" charset="0"/>
              </a:rPr>
              <a:t> a </a:t>
            </a:r>
            <a:r>
              <a:rPr kumimoji="0" lang="es-ES" altLang="es-ES" sz="1800" b="1" i="0" u="none" strike="noStrike" cap="none" normalizeH="0" baseline="0" dirty="0">
                <a:ln>
                  <a:noFill/>
                </a:ln>
                <a:solidFill>
                  <a:schemeClr val="tx1"/>
                </a:solidFill>
                <a:effectLst/>
                <a:latin typeface="Arial" panose="020B0604020202020204" pitchFamily="34" charset="0"/>
              </a:rPr>
              <a:t>30% </a:t>
            </a:r>
            <a:r>
              <a:rPr kumimoji="0" lang="es-ES" altLang="es-ES" sz="1800" b="1" i="0" u="none" strike="noStrike" cap="none" normalizeH="0" baseline="0" dirty="0" err="1">
                <a:ln>
                  <a:noFill/>
                </a:ln>
                <a:solidFill>
                  <a:schemeClr val="tx1"/>
                </a:solidFill>
                <a:effectLst/>
                <a:latin typeface="Arial" panose="020B0604020202020204" pitchFamily="34" charset="0"/>
              </a:rPr>
              <a:t>increase</a:t>
            </a:r>
            <a:r>
              <a:rPr kumimoji="0" lang="es-ES" altLang="es-ES" sz="1800" b="0" i="0" u="none" strike="noStrike" cap="none" normalizeH="0" baseline="0" dirty="0">
                <a:ln>
                  <a:noFill/>
                </a:ln>
                <a:solidFill>
                  <a:schemeClr val="tx1"/>
                </a:solidFill>
                <a:effectLst/>
                <a:latin typeface="Arial" panose="020B0604020202020204" pitchFamily="34" charset="0"/>
              </a:rPr>
              <a:t> in </a:t>
            </a:r>
            <a:r>
              <a:rPr kumimoji="0" lang="es-ES" altLang="es-ES" sz="1800" b="0" i="0" u="none" strike="noStrike" cap="none" normalizeH="0" baseline="0" dirty="0" err="1">
                <a:ln>
                  <a:noFill/>
                </a:ln>
                <a:solidFill>
                  <a:schemeClr val="tx1"/>
                </a:solidFill>
                <a:effectLst/>
                <a:latin typeface="Arial" panose="020B0604020202020204" pitchFamily="34" charset="0"/>
              </a:rPr>
              <a:t>returns</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The</a:t>
            </a:r>
            <a:r>
              <a:rPr kumimoji="0" lang="es-ES" altLang="es-ES" sz="1800" b="1"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err="1">
                <a:ln>
                  <a:noFill/>
                </a:ln>
                <a:solidFill>
                  <a:schemeClr val="tx1"/>
                </a:solidFill>
                <a:effectLst/>
                <a:latin typeface="Arial" panose="020B0604020202020204" pitchFamily="34" charset="0"/>
              </a:rPr>
              <a:t>Conflict</a:t>
            </a:r>
            <a:r>
              <a:rPr kumimoji="0" lang="es-ES" altLang="es-ES" sz="1800" b="1" i="0" u="none" strike="noStrike" cap="none" normalizeH="0" baseline="0" dirty="0">
                <a:ln>
                  <a:noFill/>
                </a:ln>
                <a:solidFill>
                  <a:schemeClr val="tx1"/>
                </a:solidFill>
                <a:effectLst/>
                <a:latin typeface="Arial" panose="020B0604020202020204" pitchFamily="34" charset="0"/>
              </a:rPr>
              <a:t>:</a:t>
            </a: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Efficient</a:t>
            </a:r>
            <a:r>
              <a:rPr kumimoji="0" lang="es-ES" altLang="es-ES" sz="1800" b="1"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err="1">
                <a:ln>
                  <a:noFill/>
                </a:ln>
                <a:solidFill>
                  <a:schemeClr val="tx1"/>
                </a:solidFill>
                <a:effectLst/>
                <a:latin typeface="Arial" panose="020B0604020202020204" pitchFamily="34" charset="0"/>
              </a:rPr>
              <a:t>Market</a:t>
            </a:r>
            <a:r>
              <a:rPr kumimoji="0" lang="es-ES" altLang="es-ES" sz="1800" b="1"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err="1">
                <a:ln>
                  <a:noFill/>
                </a:ln>
                <a:solidFill>
                  <a:schemeClr val="tx1"/>
                </a:solidFill>
                <a:effectLst/>
                <a:latin typeface="Arial" panose="020B0604020202020204" pitchFamily="34" charset="0"/>
              </a:rPr>
              <a:t>Hypothesis</a:t>
            </a:r>
            <a:r>
              <a:rPr kumimoji="0" lang="es-ES" altLang="es-ES" sz="1800" b="1" i="0" u="none" strike="noStrike" cap="none" normalizeH="0" baseline="0" dirty="0">
                <a:ln>
                  <a:noFill/>
                </a:ln>
                <a:solidFill>
                  <a:schemeClr val="tx1"/>
                </a:solidFill>
                <a:effectLst/>
                <a:latin typeface="Arial" panose="020B0604020202020204" pitchFamily="34" charset="0"/>
              </a:rPr>
              <a:t> (EMH):</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Posits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prediction</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impossible</a:t>
            </a:r>
            <a:r>
              <a:rPr kumimoji="0" lang="es-ES" altLang="es-ES" sz="1800" b="0" i="0" u="none" strike="noStrike" cap="none" normalizeH="0" baseline="0" dirty="0">
                <a:ln>
                  <a:noFill/>
                </a:ln>
                <a:solidFill>
                  <a:schemeClr val="tx1"/>
                </a:solidFill>
                <a:effectLst/>
                <a:latin typeface="Arial" panose="020B0604020202020204" pitchFamily="34" charset="0"/>
              </a:rPr>
              <a:t> as </a:t>
            </a:r>
            <a:r>
              <a:rPr kumimoji="0" lang="es-ES" altLang="es-ES" sz="1800" b="0" i="0" u="none" strike="noStrike" cap="none" normalizeH="0" baseline="0" dirty="0" err="1">
                <a:ln>
                  <a:noFill/>
                </a:ln>
                <a:solidFill>
                  <a:schemeClr val="tx1"/>
                </a:solidFill>
                <a:effectLst/>
                <a:latin typeface="Arial" panose="020B0604020202020204" pitchFamily="34" charset="0"/>
              </a:rPr>
              <a:t>prices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reflect</a:t>
            </a: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err="1">
                <a:ln>
                  <a:noFill/>
                </a:ln>
                <a:solidFill>
                  <a:schemeClr val="tx1"/>
                </a:solidFill>
                <a:effectLst/>
                <a:latin typeface="Arial" panose="020B0604020202020204" pitchFamily="34" charset="0"/>
              </a:rPr>
              <a:t>all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info</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a:ln>
                  <a:noFill/>
                </a:ln>
                <a:solidFill>
                  <a:schemeClr val="tx1"/>
                </a:solidFill>
                <a:effectLst/>
                <a:latin typeface="Arial" panose="020B0604020202020204" pitchFamily="34" charset="0"/>
              </a:rPr>
              <a:t>Adaptive </a:t>
            </a:r>
            <a:r>
              <a:rPr kumimoji="0" lang="es-ES" altLang="es-ES" sz="1800" b="1" i="0" u="none" strike="noStrike" cap="none" normalizeH="0" baseline="0" dirty="0" err="1">
                <a:ln>
                  <a:noFill/>
                </a:ln>
                <a:solidFill>
                  <a:schemeClr val="tx1"/>
                </a:solidFill>
                <a:effectLst/>
                <a:latin typeface="Arial" panose="020B0604020202020204" pitchFamily="34" charset="0"/>
              </a:rPr>
              <a:t>Market</a:t>
            </a:r>
            <a:r>
              <a:rPr kumimoji="0" lang="es-ES" altLang="es-ES" sz="1800" b="1"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err="1">
                <a:ln>
                  <a:noFill/>
                </a:ln>
                <a:solidFill>
                  <a:schemeClr val="tx1"/>
                </a:solidFill>
                <a:effectLst/>
                <a:latin typeface="Arial" panose="020B0604020202020204" pitchFamily="34" charset="0"/>
              </a:rPr>
              <a:t>Hypothesis</a:t>
            </a:r>
            <a:r>
              <a:rPr kumimoji="0" lang="es-ES" altLang="es-ES" sz="1800" b="1" i="0" u="none" strike="noStrike" cap="none" normalizeH="0" baseline="0" dirty="0">
                <a:ln>
                  <a:noFill/>
                </a:ln>
                <a:solidFill>
                  <a:schemeClr val="tx1"/>
                </a:solidFill>
                <a:effectLst/>
                <a:latin typeface="Arial" panose="020B0604020202020204" pitchFamily="34" charset="0"/>
              </a:rPr>
              <a:t> (AMH):</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Suggests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markets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oscillate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between</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efficiency</a:t>
            </a: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a:ln>
                  <a:noFill/>
                </a:ln>
                <a:solidFill>
                  <a:schemeClr val="tx1"/>
                </a:solidFill>
                <a:effectLst/>
                <a:latin typeface="Arial" panose="020B0604020202020204" pitchFamily="34" charset="0"/>
              </a:rPr>
              <a:t>and </a:t>
            </a:r>
            <a:r>
              <a:rPr kumimoji="0" lang="es-ES" altLang="es-ES" sz="1800" b="0" i="0" u="none" strike="noStrike" cap="none" normalizeH="0" baseline="0" dirty="0" err="1">
                <a:ln>
                  <a:noFill/>
                </a:ln>
                <a:solidFill>
                  <a:schemeClr val="tx1"/>
                </a:solidFill>
                <a:effectLst/>
                <a:latin typeface="Arial" panose="020B0604020202020204" pitchFamily="34" charset="0"/>
              </a:rPr>
              <a:t>predictability</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Goal</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Use </a:t>
            </a:r>
            <a:r>
              <a:rPr kumimoji="0" lang="es-ES" altLang="es-ES" sz="1800" b="0" i="0" u="none" strike="noStrike" cap="none" normalizeH="0" baseline="0" dirty="0" err="1">
                <a:ln>
                  <a:noFill/>
                </a:ln>
                <a:solidFill>
                  <a:schemeClr val="tx1"/>
                </a:solidFill>
                <a:effectLst/>
                <a:latin typeface="Arial" panose="020B0604020202020204" pitchFamily="34" charset="0"/>
              </a:rPr>
              <a:t>GNNs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to</a:t>
            </a:r>
            <a:r>
              <a:rPr kumimoji="0" lang="es-ES" altLang="es-ES" sz="1800" b="0" i="0" u="none" strike="noStrike" cap="none" normalizeH="0" baseline="0" dirty="0">
                <a:ln>
                  <a:noFill/>
                </a:ln>
                <a:solidFill>
                  <a:schemeClr val="tx1"/>
                </a:solidFill>
                <a:effectLst/>
                <a:latin typeface="Arial" panose="020B0604020202020204" pitchFamily="34" charset="0"/>
              </a:rPr>
              <a:t> capture "</a:t>
            </a:r>
            <a:r>
              <a:rPr kumimoji="0" lang="es-ES" altLang="es-ES" sz="1800" b="0" i="0" u="none" strike="noStrike" cap="none" normalizeH="0" baseline="0" dirty="0" err="1">
                <a:ln>
                  <a:noFill/>
                </a:ln>
                <a:solidFill>
                  <a:schemeClr val="tx1"/>
                </a:solidFill>
                <a:effectLst/>
                <a:latin typeface="Arial" panose="020B0604020202020204" pitchFamily="34" charset="0"/>
              </a:rPr>
              <a:t>ripples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of</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information</a:t>
            </a:r>
            <a:r>
              <a:rPr kumimoji="0" lang="es-ES" altLang="es-ES" sz="1800" b="0" i="0" u="none" strike="noStrike" cap="none" normalizeH="0" baseline="0" dirty="0">
                <a:ln>
                  <a:noFill/>
                </a:ln>
                <a:solidFill>
                  <a:schemeClr val="tx1"/>
                </a:solidFill>
                <a:effectLst/>
                <a:latin typeface="Arial" panose="020B0604020202020204" pitchFamily="34" charset="0"/>
              </a:rPr>
              <a:t> and </a:t>
            </a:r>
            <a:r>
              <a:rPr kumimoji="0" lang="es-ES" altLang="es-ES" sz="1800" b="0" i="0" u="none" strike="noStrike" cap="none" normalizeH="0" baseline="0" dirty="0" err="1">
                <a:ln>
                  <a:noFill/>
                </a:ln>
                <a:solidFill>
                  <a:schemeClr val="tx1"/>
                </a:solidFill>
                <a:effectLst/>
                <a:latin typeface="Arial" panose="020B0604020202020204" pitchFamily="34" charset="0"/>
              </a:rPr>
              <a:t>exploit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temporary</a:t>
            </a:r>
            <a:r>
              <a:rPr kumimoji="0" lang="es-ES" altLang="es-E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err="1">
                <a:ln>
                  <a:noFill/>
                </a:ln>
                <a:solidFill>
                  <a:schemeClr val="tx1"/>
                </a:solidFill>
                <a:effectLst/>
                <a:latin typeface="Arial" panose="020B0604020202020204" pitchFamily="34" charset="0"/>
              </a:rPr>
              <a:t>inefficiencies</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5838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98FC498B-2F52-FBF3-213D-27AA092FCA33}"/>
              </a:ext>
            </a:extLst>
          </p:cNvPr>
          <p:cNvSpPr>
            <a:spLocks noGrp="1"/>
          </p:cNvSpPr>
          <p:nvPr>
            <p:ph type="sldNum" sz="quarter" idx="11"/>
          </p:nvPr>
        </p:nvSpPr>
        <p:spPr/>
        <p:txBody>
          <a:bodyPr/>
          <a:lstStyle/>
          <a:p>
            <a:fld id="{CE58CB1E-F828-4F11-99E0-327109AF9DA4}" type="slidenum">
              <a:rPr lang="de-DE" smtClean="0"/>
              <a:pPr/>
              <a:t>3</a:t>
            </a:fld>
            <a:endParaRPr lang="de-DE" dirty="0"/>
          </a:p>
        </p:txBody>
      </p:sp>
      <p:sp>
        <p:nvSpPr>
          <p:cNvPr id="4" name="Marcador de pie de página 3">
            <a:extLst>
              <a:ext uri="{FF2B5EF4-FFF2-40B4-BE49-F238E27FC236}">
                <a16:creationId xmlns:a16="http://schemas.microsoft.com/office/drawing/2014/main" id="{9B562D4E-A614-60D3-A8AB-24E2610F131A}"/>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Marcador de texto 4">
            <a:extLst>
              <a:ext uri="{FF2B5EF4-FFF2-40B4-BE49-F238E27FC236}">
                <a16:creationId xmlns:a16="http://schemas.microsoft.com/office/drawing/2014/main" id="{72691D6F-B55F-57A4-1565-16DD411DF82E}"/>
              </a:ext>
            </a:extLst>
          </p:cNvPr>
          <p:cNvSpPr>
            <a:spLocks noGrp="1"/>
          </p:cNvSpPr>
          <p:nvPr>
            <p:ph type="body" sz="quarter" idx="13"/>
          </p:nvPr>
        </p:nvSpPr>
        <p:spPr/>
        <p:txBody>
          <a:bodyPr/>
          <a:lstStyle/>
          <a:p>
            <a:endParaRPr lang="es-ES" dirty="0"/>
          </a:p>
        </p:txBody>
      </p:sp>
      <p:sp>
        <p:nvSpPr>
          <p:cNvPr id="6" name="Título 5">
            <a:extLst>
              <a:ext uri="{FF2B5EF4-FFF2-40B4-BE49-F238E27FC236}">
                <a16:creationId xmlns:a16="http://schemas.microsoft.com/office/drawing/2014/main" id="{94229AB6-2B2E-2DDC-EFA9-3A2BD7AACEBD}"/>
              </a:ext>
            </a:extLst>
          </p:cNvPr>
          <p:cNvSpPr>
            <a:spLocks noGrp="1"/>
          </p:cNvSpPr>
          <p:nvPr>
            <p:ph type="title"/>
          </p:nvPr>
        </p:nvSpPr>
        <p:spPr/>
        <p:txBody>
          <a:bodyPr/>
          <a:lstStyle/>
          <a:p>
            <a:r>
              <a:rPr lang="es-ES" dirty="0" err="1"/>
              <a:t>Research</a:t>
            </a:r>
            <a:r>
              <a:rPr lang="es-ES" dirty="0"/>
              <a:t> </a:t>
            </a:r>
            <a:r>
              <a:rPr lang="es-ES" dirty="0" err="1"/>
              <a:t>Objective</a:t>
            </a:r>
            <a:endParaRPr lang="es-ES" dirty="0"/>
          </a:p>
        </p:txBody>
      </p:sp>
      <p:sp>
        <p:nvSpPr>
          <p:cNvPr id="7" name="Rectangle 1">
            <a:extLst>
              <a:ext uri="{FF2B5EF4-FFF2-40B4-BE49-F238E27FC236}">
                <a16:creationId xmlns:a16="http://schemas.microsoft.com/office/drawing/2014/main" id="{687B2741-BC40-850E-D75C-65C9F1DFCA5F}"/>
              </a:ext>
            </a:extLst>
          </p:cNvPr>
          <p:cNvSpPr>
            <a:spLocks noGrp="1" noChangeArrowheads="1"/>
          </p:cNvSpPr>
          <p:nvPr>
            <p:ph idx="1"/>
          </p:nvPr>
        </p:nvSpPr>
        <p:spPr bwMode="auto">
          <a:xfrm>
            <a:off x="319090" y="1803832"/>
            <a:ext cx="812273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a:ln>
                  <a:noFill/>
                </a:ln>
                <a:solidFill>
                  <a:schemeClr val="tx1"/>
                </a:solidFill>
                <a:effectLst/>
                <a:latin typeface="Arial" panose="020B0604020202020204" pitchFamily="34" charset="0"/>
              </a:rPr>
              <a:t>Core </a:t>
            </a:r>
            <a:r>
              <a:rPr kumimoji="0" lang="es-ES" altLang="es-ES" sz="1800" b="1" i="0" u="none" strike="noStrike" cap="none" normalizeH="0" baseline="0" dirty="0" err="1">
                <a:ln>
                  <a:noFill/>
                </a:ln>
                <a:solidFill>
                  <a:schemeClr val="tx1"/>
                </a:solidFill>
                <a:effectLst/>
                <a:latin typeface="Arial" panose="020B0604020202020204" pitchFamily="34" charset="0"/>
              </a:rPr>
              <a:t>Question</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Which</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graph</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modeling</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paradigm</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better</a:t>
            </a:r>
            <a:r>
              <a:rPr kumimoji="0" lang="es-ES" altLang="es-ES" sz="1800" b="0" i="0" u="none" strike="noStrike" cap="none" normalizeH="0" baseline="0" dirty="0">
                <a:ln>
                  <a:noFill/>
                </a:ln>
                <a:solidFill>
                  <a:schemeClr val="tx1"/>
                </a:solidFill>
                <a:effectLst/>
                <a:latin typeface="Arial" panose="020B0604020202020204" pitchFamily="34" charset="0"/>
              </a:rPr>
              <a:t> captures </a:t>
            </a:r>
            <a:r>
              <a:rPr kumimoji="0" lang="es-ES" altLang="es-ES" sz="1800" b="0" i="0" u="none" strike="noStrike" cap="none" normalizeH="0" baseline="0" dirty="0" err="1">
                <a:ln>
                  <a:noFill/>
                </a:ln>
                <a:solidFill>
                  <a:schemeClr val="tx1"/>
                </a:solidFill>
                <a:effectLst/>
                <a:latin typeface="Arial" panose="020B0604020202020204" pitchFamily="34" charset="0"/>
              </a:rPr>
              <a:t>evolving</a:t>
            </a:r>
            <a:r>
              <a:rPr kumimoji="0" lang="es-ES" altLang="es-E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err="1">
                <a:ln>
                  <a:noFill/>
                </a:ln>
                <a:solidFill>
                  <a:schemeClr val="tx1"/>
                </a:solidFill>
                <a:effectLst/>
                <a:latin typeface="Arial" panose="020B0604020202020204" pitchFamily="34" charset="0"/>
              </a:rPr>
              <a:t>asset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relationships</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The</a:t>
            </a:r>
            <a:r>
              <a:rPr kumimoji="0" lang="es-ES" altLang="es-ES" sz="1800" b="1"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err="1">
                <a:ln>
                  <a:noFill/>
                </a:ln>
                <a:solidFill>
                  <a:schemeClr val="tx1"/>
                </a:solidFill>
                <a:effectLst/>
                <a:latin typeface="Arial" panose="020B0604020202020204" pitchFamily="34" charset="0"/>
              </a:rPr>
              <a:t>Comparison</a:t>
            </a:r>
            <a:r>
              <a:rPr kumimoji="0" lang="es-ES" altLang="es-ES" sz="1800" b="1" i="0" u="none" strike="noStrike" cap="none" normalizeH="0" baseline="0" dirty="0">
                <a:ln>
                  <a:noFill/>
                </a:ln>
                <a:solidFill>
                  <a:schemeClr val="tx1"/>
                </a:solidFill>
                <a:effectLst/>
                <a:latin typeface="Arial" panose="020B0604020202020204" pitchFamily="34" charset="0"/>
              </a:rPr>
              <a:t>:</a:t>
            </a: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ES" altLang="es-ES" sz="1800" b="1" i="0" u="none" strike="noStrike" cap="none" normalizeH="0" baseline="0" dirty="0" err="1">
                <a:ln>
                  <a:noFill/>
                </a:ln>
                <a:solidFill>
                  <a:schemeClr val="tx1"/>
                </a:solidFill>
                <a:effectLst/>
                <a:latin typeface="Arial" panose="020B0604020202020204" pitchFamily="34" charset="0"/>
              </a:rPr>
              <a:t>Static</a:t>
            </a:r>
            <a:r>
              <a:rPr kumimoji="0" lang="es-ES" altLang="es-ES" sz="1800" b="1"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err="1">
                <a:ln>
                  <a:noFill/>
                </a:ln>
                <a:solidFill>
                  <a:schemeClr val="tx1"/>
                </a:solidFill>
                <a:effectLst/>
                <a:latin typeface="Arial" panose="020B0604020202020204" pitchFamily="34" charset="0"/>
              </a:rPr>
              <a:t>Graphs</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Derived</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from</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long-term</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correlations</a:t>
            </a:r>
            <a:r>
              <a:rPr kumimoji="0" lang="es-ES" altLang="es-ES" sz="1800" b="0" i="0" u="none" strike="noStrike" cap="none" normalizeH="0" baseline="0" dirty="0">
                <a:ln>
                  <a:noFill/>
                </a:ln>
                <a:solidFill>
                  <a:schemeClr val="tx1"/>
                </a:solidFill>
                <a:effectLst/>
                <a:latin typeface="Arial" panose="020B0604020202020204" pitchFamily="34" charset="0"/>
              </a:rPr>
              <a:t> and </a:t>
            </a:r>
            <a:r>
              <a:rPr kumimoji="0" lang="es-ES" altLang="es-ES" sz="1800" b="0" i="0" u="none" strike="noStrike" cap="none" normalizeH="0" baseline="0" dirty="0" err="1">
                <a:ln>
                  <a:noFill/>
                </a:ln>
                <a:solidFill>
                  <a:schemeClr val="tx1"/>
                </a:solidFill>
                <a:effectLst/>
                <a:latin typeface="Arial" panose="020B0604020202020204" pitchFamily="34" charset="0"/>
              </a:rPr>
              <a:t>industry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sectors</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s-ES" altLang="es-ES" sz="1800" b="1" i="0" u="none" strike="noStrike" cap="none" normalizeH="0" baseline="0" dirty="0">
                <a:ln>
                  <a:noFill/>
                </a:ln>
                <a:solidFill>
                  <a:schemeClr val="tx1"/>
                </a:solidFill>
                <a:effectLst/>
                <a:latin typeface="Arial" panose="020B0604020202020204" pitchFamily="34" charset="0"/>
              </a:rPr>
              <a:t>Dynamic </a:t>
            </a:r>
            <a:r>
              <a:rPr kumimoji="0" lang="es-ES" altLang="es-ES" sz="1800" b="1" i="0" u="none" strike="noStrike" cap="none" normalizeH="0" baseline="0" dirty="0" err="1">
                <a:ln>
                  <a:noFill/>
                </a:ln>
                <a:solidFill>
                  <a:schemeClr val="tx1"/>
                </a:solidFill>
                <a:effectLst/>
                <a:latin typeface="Arial" panose="020B0604020202020204" pitchFamily="34" charset="0"/>
              </a:rPr>
              <a:t>Graphs</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Constructed</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from</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rolling</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windows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of</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historical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price</a:t>
            </a:r>
            <a:r>
              <a:rPr kumimoji="0" lang="es-ES" altLang="es-ES" sz="1800" b="0" i="0" u="none" strike="noStrike" cap="none" normalizeH="0" baseline="0" dirty="0">
                <a:ln>
                  <a:noFill/>
                </a:ln>
                <a:solidFill>
                  <a:schemeClr val="tx1"/>
                </a:solidFill>
                <a:effectLst/>
                <a:latin typeface="Arial" panose="020B0604020202020204" pitchFamily="34" charset="0"/>
              </a:rPr>
              <a: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The</a:t>
            </a:r>
            <a:r>
              <a:rPr kumimoji="0" lang="es-ES" altLang="es-ES" sz="1800" b="1"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err="1">
                <a:ln>
                  <a:noFill/>
                </a:ln>
                <a:solidFill>
                  <a:schemeClr val="tx1"/>
                </a:solidFill>
                <a:effectLst/>
                <a:latin typeface="Arial" panose="020B0604020202020204" pitchFamily="34" charset="0"/>
              </a:rPr>
              <a:t>Domains</a:t>
            </a:r>
            <a:r>
              <a:rPr kumimoji="0" lang="es-ES" altLang="es-ES" sz="1800" b="1" i="0" u="none" strike="noStrike" cap="none" normalizeH="0" baseline="0" dirty="0">
                <a:ln>
                  <a:noFill/>
                </a:ln>
                <a:solidFill>
                  <a:schemeClr val="tx1"/>
                </a:solidFill>
                <a:effectLst/>
                <a:latin typeface="Arial" panose="020B0604020202020204" pitchFamily="34" charset="0"/>
              </a:rPr>
              <a:t>:</a:t>
            </a: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a:ln>
                  <a:noFill/>
                </a:ln>
                <a:solidFill>
                  <a:schemeClr val="tx1"/>
                </a:solidFill>
                <a:effectLst/>
                <a:latin typeface="Arial" panose="020B0604020202020204" pitchFamily="34" charset="0"/>
              </a:rPr>
              <a:t>S&amp;P100:</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Represents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institutional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stability</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Cryptocurrencies</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Represents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high</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volatility</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58963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E9B6E89D-29C8-D139-8720-A6269A11F36D}"/>
              </a:ext>
            </a:extLst>
          </p:cNvPr>
          <p:cNvSpPr>
            <a:spLocks noGrp="1"/>
          </p:cNvSpPr>
          <p:nvPr>
            <p:ph idx="14"/>
          </p:nvPr>
        </p:nvSpPr>
        <p:spPr/>
        <p:txBody>
          <a:bodyPr/>
          <a:lstStyle/>
          <a:p>
            <a:r>
              <a:rPr lang="es-ES" dirty="0" err="1"/>
              <a:t>Traditional</a:t>
            </a:r>
            <a:r>
              <a:rPr lang="es-ES" dirty="0"/>
              <a:t> </a:t>
            </a:r>
            <a:r>
              <a:rPr lang="es-ES" dirty="0" err="1"/>
              <a:t>Methods</a:t>
            </a:r>
            <a:endParaRPr lang="es-ES" dirty="0"/>
          </a:p>
          <a:p>
            <a:endParaRPr lang="es-ES" dirty="0"/>
          </a:p>
          <a:p>
            <a:endParaRPr lang="es-ES" dirty="0"/>
          </a:p>
          <a:p>
            <a:r>
              <a:rPr lang="es-ES" altLang="es-ES" dirty="0" err="1">
                <a:latin typeface="Arial" panose="020B0604020202020204" pitchFamily="34" charset="0"/>
              </a:rPr>
              <a:t>RNNs</a:t>
            </a:r>
            <a:r>
              <a:rPr lang="es-ES" altLang="es-ES" dirty="0">
                <a:latin typeface="Arial" panose="020B0604020202020204" pitchFamily="34" charset="0"/>
              </a:rPr>
              <a:t>, </a:t>
            </a:r>
            <a:r>
              <a:rPr lang="es-ES" altLang="es-ES" dirty="0" err="1">
                <a:latin typeface="Arial" panose="020B0604020202020204" pitchFamily="34" charset="0"/>
              </a:rPr>
              <a:t>LSTMs</a:t>
            </a:r>
            <a:r>
              <a:rPr lang="es-ES" altLang="es-ES" dirty="0">
                <a:latin typeface="Arial" panose="020B0604020202020204" pitchFamily="34" charset="0"/>
              </a:rPr>
              <a:t>, and </a:t>
            </a:r>
            <a:r>
              <a:rPr lang="es-ES" altLang="es-ES" dirty="0" err="1">
                <a:latin typeface="Arial" panose="020B0604020202020204" pitchFamily="34" charset="0"/>
              </a:rPr>
              <a:t>GRUs</a:t>
            </a:r>
            <a:r>
              <a:rPr lang="es-ES" altLang="es-ES" dirty="0">
                <a:latin typeface="Arial" panose="020B0604020202020204" pitchFamily="34" charset="0"/>
              </a:rPr>
              <a:t> </a:t>
            </a:r>
            <a:r>
              <a:rPr lang="es-ES" altLang="es-ES" dirty="0" err="1">
                <a:latin typeface="Arial" panose="020B0604020202020204" pitchFamily="34" charset="0"/>
              </a:rPr>
              <a:t>treat</a:t>
            </a:r>
            <a:r>
              <a:rPr lang="es-ES" altLang="es-ES" dirty="0">
                <a:latin typeface="Arial" panose="020B0604020202020204" pitchFamily="34" charset="0"/>
              </a:rPr>
              <a:t> stocks as </a:t>
            </a:r>
            <a:r>
              <a:rPr lang="es-ES" altLang="es-ES" dirty="0" err="1">
                <a:latin typeface="Arial" panose="020B0604020202020204" pitchFamily="34" charset="0"/>
              </a:rPr>
              <a:t>isolated</a:t>
            </a:r>
            <a:r>
              <a:rPr lang="es-ES" altLang="es-ES" dirty="0">
                <a:latin typeface="Arial" panose="020B0604020202020204" pitchFamily="34" charset="0"/>
              </a:rPr>
              <a:t> time-series.</a:t>
            </a:r>
          </a:p>
          <a:p>
            <a:r>
              <a:rPr lang="es-ES" i="1" dirty="0"/>
              <a:t>Limitation:</a:t>
            </a:r>
            <a:r>
              <a:rPr lang="es-ES" dirty="0"/>
              <a:t> They ignore inter-stock correlations.</a:t>
            </a:r>
          </a:p>
          <a:p>
            <a:endParaRPr lang="es-ES" dirty="0"/>
          </a:p>
        </p:txBody>
      </p:sp>
      <p:sp>
        <p:nvSpPr>
          <p:cNvPr id="3" name="Marcador de contenido 2">
            <a:extLst>
              <a:ext uri="{FF2B5EF4-FFF2-40B4-BE49-F238E27FC236}">
                <a16:creationId xmlns:a16="http://schemas.microsoft.com/office/drawing/2014/main" id="{14271D04-49E5-0EF0-D2D2-F22E697A20BB}"/>
              </a:ext>
            </a:extLst>
          </p:cNvPr>
          <p:cNvSpPr>
            <a:spLocks noGrp="1"/>
          </p:cNvSpPr>
          <p:nvPr>
            <p:ph idx="15"/>
          </p:nvPr>
        </p:nvSpPr>
        <p:spPr/>
        <p:txBody>
          <a:bodyPr/>
          <a:lstStyle/>
          <a:p>
            <a:r>
              <a:rPr lang="es-ES" dirty="0" err="1"/>
              <a:t>Graph</a:t>
            </a:r>
            <a:r>
              <a:rPr lang="es-ES" dirty="0"/>
              <a:t> Neural Networks </a:t>
            </a:r>
          </a:p>
          <a:p>
            <a:endParaRPr lang="es-ES" dirty="0"/>
          </a:p>
          <a:p>
            <a:r>
              <a:rPr lang="en-US" dirty="0"/>
              <a:t>GNNs model stocks as nodes and correlations as edges</a:t>
            </a:r>
          </a:p>
          <a:p>
            <a:endParaRPr lang="en-US" dirty="0"/>
          </a:p>
          <a:p>
            <a:r>
              <a:rPr lang="en-US" b="1" dirty="0"/>
              <a:t>State of the Art:</a:t>
            </a:r>
            <a:r>
              <a:rPr lang="en-US" dirty="0"/>
              <a:t> Current research focuses on combining spatial (graph) and temporal (time) data</a:t>
            </a:r>
            <a:endParaRPr lang="es-ES" dirty="0"/>
          </a:p>
        </p:txBody>
      </p:sp>
      <p:sp>
        <p:nvSpPr>
          <p:cNvPr id="4" name="Marcador de número de diapositiva 3">
            <a:extLst>
              <a:ext uri="{FF2B5EF4-FFF2-40B4-BE49-F238E27FC236}">
                <a16:creationId xmlns:a16="http://schemas.microsoft.com/office/drawing/2014/main" id="{48A4BEF9-6BBB-9B30-F865-72BED7CE8CD7}"/>
              </a:ext>
            </a:extLst>
          </p:cNvPr>
          <p:cNvSpPr>
            <a:spLocks noGrp="1"/>
          </p:cNvSpPr>
          <p:nvPr>
            <p:ph type="sldNum" sz="quarter" idx="16"/>
          </p:nvPr>
        </p:nvSpPr>
        <p:spPr/>
        <p:txBody>
          <a:bodyPr/>
          <a:lstStyle/>
          <a:p>
            <a:fld id="{CE58CB1E-F828-4F11-99E0-327109AF9DA4}" type="slidenum">
              <a:rPr lang="de-DE" smtClean="0"/>
              <a:pPr/>
              <a:t>4</a:t>
            </a:fld>
            <a:endParaRPr lang="de-DE" dirty="0"/>
          </a:p>
        </p:txBody>
      </p:sp>
      <p:sp>
        <p:nvSpPr>
          <p:cNvPr id="5" name="Marcador de pie de página 4">
            <a:extLst>
              <a:ext uri="{FF2B5EF4-FFF2-40B4-BE49-F238E27FC236}">
                <a16:creationId xmlns:a16="http://schemas.microsoft.com/office/drawing/2014/main" id="{033BB2FD-64A1-A75B-1F2D-42D811D9E434}"/>
              </a:ext>
            </a:extLst>
          </p:cNvPr>
          <p:cNvSpPr>
            <a:spLocks noGrp="1"/>
          </p:cNvSpPr>
          <p:nvPr>
            <p:ph type="ftr" sz="quarter" idx="17"/>
          </p:nvPr>
        </p:nvSpPr>
        <p:spPr/>
        <p:txBody>
          <a:bodyPr/>
          <a:lstStyle/>
          <a:p>
            <a:r>
              <a:rPr lang="de-DE"/>
              <a:t>Dr. rer. nat. Erika Mustermann (TUM) | kann beliebig erweitert werden | Infos mit Strich trennen</a:t>
            </a:r>
            <a:endParaRPr lang="en-US" dirty="0"/>
          </a:p>
        </p:txBody>
      </p:sp>
      <p:sp>
        <p:nvSpPr>
          <p:cNvPr id="6" name="Título 5">
            <a:extLst>
              <a:ext uri="{FF2B5EF4-FFF2-40B4-BE49-F238E27FC236}">
                <a16:creationId xmlns:a16="http://schemas.microsoft.com/office/drawing/2014/main" id="{209CEBDC-BADF-A4F9-A2D5-F02D33CC8338}"/>
              </a:ext>
            </a:extLst>
          </p:cNvPr>
          <p:cNvSpPr>
            <a:spLocks noGrp="1"/>
          </p:cNvSpPr>
          <p:nvPr>
            <p:ph type="title"/>
          </p:nvPr>
        </p:nvSpPr>
        <p:spPr/>
        <p:txBody>
          <a:bodyPr/>
          <a:lstStyle/>
          <a:p>
            <a:r>
              <a:rPr lang="es-ES" dirty="0" err="1"/>
              <a:t>Related</a:t>
            </a:r>
            <a:r>
              <a:rPr lang="es-ES" dirty="0"/>
              <a:t> </a:t>
            </a:r>
            <a:r>
              <a:rPr lang="es-ES" dirty="0" err="1"/>
              <a:t>Work</a:t>
            </a:r>
            <a:r>
              <a:rPr lang="es-ES" dirty="0"/>
              <a:t> </a:t>
            </a:r>
          </a:p>
        </p:txBody>
      </p:sp>
      <p:sp>
        <p:nvSpPr>
          <p:cNvPr id="7" name="Marcador de texto 6">
            <a:extLst>
              <a:ext uri="{FF2B5EF4-FFF2-40B4-BE49-F238E27FC236}">
                <a16:creationId xmlns:a16="http://schemas.microsoft.com/office/drawing/2014/main" id="{9A3C3E67-7EA1-006E-2D9E-4454AEB7C1FD}"/>
              </a:ext>
            </a:extLst>
          </p:cNvPr>
          <p:cNvSpPr>
            <a:spLocks noGrp="1"/>
          </p:cNvSpPr>
          <p:nvPr>
            <p:ph type="body" sz="quarter" idx="18"/>
          </p:nvPr>
        </p:nvSpPr>
        <p:spPr/>
        <p:txBody>
          <a:bodyPr/>
          <a:lstStyle/>
          <a:p>
            <a:endParaRPr lang="es-ES"/>
          </a:p>
        </p:txBody>
      </p:sp>
    </p:spTree>
    <p:extLst>
      <p:ext uri="{BB962C8B-B14F-4D97-AF65-F5344CB8AC3E}">
        <p14:creationId xmlns:p14="http://schemas.microsoft.com/office/powerpoint/2010/main" val="3124704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a:extLst>
              <a:ext uri="{FF2B5EF4-FFF2-40B4-BE49-F238E27FC236}">
                <a16:creationId xmlns:a16="http://schemas.microsoft.com/office/drawing/2014/main" id="{91F38FFB-3D13-8358-CDCD-88C6C9C9959C}"/>
              </a:ext>
            </a:extLst>
          </p:cNvPr>
          <p:cNvSpPr>
            <a:spLocks noGrp="1"/>
          </p:cNvSpPr>
          <p:nvPr>
            <p:ph idx="1"/>
          </p:nvPr>
        </p:nvSpPr>
        <p:spPr/>
        <p:txBody>
          <a:bodyPr/>
          <a:lstStyle/>
          <a:p>
            <a:endParaRPr lang="es-ES" dirty="0"/>
          </a:p>
          <a:p>
            <a:pPr lvl="0">
              <a:lnSpc>
                <a:spcPct val="100000"/>
              </a:lnSpc>
              <a:buFontTx/>
              <a:buChar char="•"/>
            </a:pPr>
            <a:r>
              <a:rPr lang="es-ES" altLang="es-ES" b="1" dirty="0">
                <a:latin typeface="Google Sans Text"/>
              </a:rPr>
              <a:t>Role:</a:t>
            </a:r>
            <a:r>
              <a:rPr lang="es-ES" altLang="es-ES" dirty="0">
                <a:latin typeface="Google Sans Text"/>
              </a:rPr>
              <a:t> </a:t>
            </a:r>
            <a:r>
              <a:rPr lang="es-ES" altLang="es-ES" dirty="0" err="1">
                <a:latin typeface="Google Sans Text"/>
              </a:rPr>
              <a:t>Chosen</a:t>
            </a:r>
            <a:r>
              <a:rPr lang="es-ES" altLang="es-ES" dirty="0">
                <a:latin typeface="Google Sans Text"/>
              </a:rPr>
              <a:t> </a:t>
            </a:r>
            <a:r>
              <a:rPr lang="es-ES" altLang="es-ES" dirty="0" err="1">
                <a:latin typeface="Google Sans Text"/>
              </a:rPr>
              <a:t>for</a:t>
            </a:r>
            <a:r>
              <a:rPr lang="es-ES" altLang="es-ES" dirty="0">
                <a:latin typeface="Google Sans Text"/>
              </a:rPr>
              <a:t> </a:t>
            </a:r>
            <a:r>
              <a:rPr lang="es-ES" altLang="es-ES" dirty="0" err="1">
                <a:latin typeface="Google Sans Text"/>
              </a:rPr>
              <a:t>the</a:t>
            </a:r>
            <a:r>
              <a:rPr lang="es-ES" altLang="es-ES" dirty="0">
                <a:latin typeface="Google Sans Text"/>
              </a:rPr>
              <a:t> </a:t>
            </a:r>
            <a:r>
              <a:rPr lang="es-ES" altLang="es-ES" b="1" dirty="0" err="1">
                <a:latin typeface="Google Sans Text"/>
              </a:rPr>
              <a:t>Static</a:t>
            </a:r>
            <a:r>
              <a:rPr lang="es-ES" altLang="es-ES" b="1" dirty="0">
                <a:latin typeface="Google Sans Text"/>
              </a:rPr>
              <a:t> </a:t>
            </a:r>
            <a:r>
              <a:rPr lang="es-ES" altLang="es-ES" b="1" dirty="0" err="1">
                <a:latin typeface="Google Sans Text"/>
              </a:rPr>
              <a:t>Graph</a:t>
            </a:r>
            <a:r>
              <a:rPr lang="es-ES" altLang="es-ES" dirty="0">
                <a:latin typeface="Google Sans Text"/>
              </a:rPr>
              <a:t> </a:t>
            </a:r>
            <a:r>
              <a:rPr lang="es-ES" altLang="es-ES" dirty="0" err="1">
                <a:latin typeface="Google Sans Text"/>
              </a:rPr>
              <a:t>approach</a:t>
            </a:r>
            <a:r>
              <a:rPr lang="es-ES" altLang="es-ES" dirty="0">
                <a:latin typeface="Google Sans Text"/>
              </a:rPr>
              <a:t> </a:t>
            </a:r>
            <a:r>
              <a:rPr lang="es-ES" altLang="es-ES" dirty="0" err="1">
                <a:latin typeface="Google Sans Text"/>
              </a:rPr>
              <a:t>due</a:t>
            </a:r>
            <a:r>
              <a:rPr lang="es-ES" altLang="es-ES" dirty="0">
                <a:latin typeface="Google Sans Text"/>
              </a:rPr>
              <a:t> </a:t>
            </a:r>
            <a:r>
              <a:rPr lang="es-ES" altLang="es-ES" dirty="0" err="1">
                <a:latin typeface="Google Sans Text"/>
              </a:rPr>
              <a:t>to</a:t>
            </a:r>
            <a:r>
              <a:rPr lang="es-ES" altLang="es-ES" dirty="0">
                <a:latin typeface="Google Sans Text"/>
              </a:rPr>
              <a:t> </a:t>
            </a:r>
            <a:r>
              <a:rPr lang="es-ES" altLang="es-ES" dirty="0" err="1">
                <a:latin typeface="Google Sans Text"/>
              </a:rPr>
              <a:t>architectural</a:t>
            </a:r>
            <a:r>
              <a:rPr lang="es-ES" altLang="es-ES" dirty="0">
                <a:latin typeface="Google Sans Text"/>
              </a:rPr>
              <a:t> </a:t>
            </a:r>
            <a:r>
              <a:rPr lang="es-ES" altLang="es-ES" dirty="0" err="1">
                <a:latin typeface="Google Sans Text"/>
              </a:rPr>
              <a:t>simplicity</a:t>
            </a:r>
            <a:r>
              <a:rPr lang="es-ES" altLang="es-ES" dirty="0">
                <a:latin typeface="Google Sans Text"/>
              </a:rPr>
              <a:t>.</a:t>
            </a:r>
          </a:p>
          <a:p>
            <a:pPr lvl="0">
              <a:lnSpc>
                <a:spcPct val="100000"/>
              </a:lnSpc>
              <a:buFontTx/>
              <a:buChar char="•"/>
            </a:pPr>
            <a:r>
              <a:rPr lang="es-ES" altLang="es-ES" b="1" dirty="0" err="1">
                <a:latin typeface="Google Sans Text"/>
              </a:rPr>
              <a:t>Mechanism</a:t>
            </a:r>
            <a:r>
              <a:rPr lang="es-ES" altLang="es-ES" b="1" dirty="0">
                <a:latin typeface="Google Sans Text"/>
              </a:rPr>
              <a:t>:</a:t>
            </a:r>
            <a:endParaRPr lang="es-ES" altLang="es-ES" dirty="0">
              <a:latin typeface="Google Sans Text"/>
            </a:endParaRPr>
          </a:p>
          <a:p>
            <a:pPr lvl="0">
              <a:lnSpc>
                <a:spcPct val="100000"/>
              </a:lnSpc>
              <a:buFontTx/>
              <a:buChar char="•"/>
            </a:pPr>
            <a:r>
              <a:rPr lang="es-ES" altLang="es-ES" b="1" dirty="0" err="1">
                <a:latin typeface="Google Sans Text"/>
              </a:rPr>
              <a:t>Spatial</a:t>
            </a:r>
            <a:r>
              <a:rPr lang="es-ES" altLang="es-ES" b="1" dirty="0">
                <a:latin typeface="Google Sans Text"/>
              </a:rPr>
              <a:t> (GCN):</a:t>
            </a:r>
            <a:r>
              <a:rPr lang="es-ES" altLang="es-ES" dirty="0">
                <a:latin typeface="Google Sans Text"/>
              </a:rPr>
              <a:t> </a:t>
            </a:r>
            <a:r>
              <a:rPr lang="es-ES" altLang="es-ES" dirty="0" err="1">
                <a:latin typeface="Google Sans Text"/>
              </a:rPr>
              <a:t>Aggregates</a:t>
            </a:r>
            <a:r>
              <a:rPr lang="es-ES" altLang="es-ES" dirty="0">
                <a:latin typeface="Google Sans Text"/>
              </a:rPr>
              <a:t> </a:t>
            </a:r>
            <a:r>
              <a:rPr lang="es-ES" altLang="es-ES" dirty="0" err="1">
                <a:latin typeface="Google Sans Text"/>
              </a:rPr>
              <a:t>information</a:t>
            </a:r>
            <a:r>
              <a:rPr lang="es-ES" altLang="es-ES" dirty="0">
                <a:latin typeface="Google Sans Text"/>
              </a:rPr>
              <a:t> </a:t>
            </a:r>
            <a:r>
              <a:rPr lang="es-ES" altLang="es-ES" dirty="0" err="1">
                <a:latin typeface="Google Sans Text"/>
              </a:rPr>
              <a:t>from</a:t>
            </a:r>
            <a:r>
              <a:rPr lang="es-ES" altLang="es-ES" dirty="0">
                <a:latin typeface="Google Sans Text"/>
              </a:rPr>
              <a:t> </a:t>
            </a:r>
            <a:r>
              <a:rPr lang="es-ES" altLang="es-ES" dirty="0" err="1">
                <a:latin typeface="Google Sans Text"/>
              </a:rPr>
              <a:t>neighbors</a:t>
            </a:r>
            <a:r>
              <a:rPr lang="es-ES" altLang="es-ES" dirty="0">
                <a:latin typeface="Google Sans Text"/>
              </a:rPr>
              <a:t> ($GCN + \</a:t>
            </a:r>
            <a:r>
              <a:rPr lang="es-ES" altLang="es-ES" dirty="0" err="1">
                <a:latin typeface="Google Sans Text"/>
              </a:rPr>
              <a:t>text</a:t>
            </a:r>
            <a:r>
              <a:rPr lang="es-ES" altLang="es-ES" dirty="0">
                <a:latin typeface="Google Sans Text"/>
              </a:rPr>
              <a:t>{</a:t>
            </a:r>
            <a:r>
              <a:rPr lang="es-ES" altLang="es-ES" dirty="0" err="1">
                <a:latin typeface="Google Sans Text"/>
              </a:rPr>
              <a:t>adjacency</a:t>
            </a:r>
            <a:r>
              <a:rPr lang="es-ES" altLang="es-ES" dirty="0">
                <a:latin typeface="Google Sans Text"/>
              </a:rPr>
              <a:t> </a:t>
            </a:r>
            <a:r>
              <a:rPr lang="es-ES" altLang="es-ES" dirty="0" err="1">
                <a:latin typeface="Google Sans Text"/>
              </a:rPr>
              <a:t>matrix</a:t>
            </a:r>
            <a:r>
              <a:rPr lang="es-ES" altLang="es-ES" dirty="0">
                <a:latin typeface="Google Sans Text"/>
              </a:rPr>
              <a:t>}$).</a:t>
            </a:r>
          </a:p>
          <a:p>
            <a:pPr lvl="0">
              <a:lnSpc>
                <a:spcPct val="100000"/>
              </a:lnSpc>
              <a:buFontTx/>
              <a:buChar char="•"/>
            </a:pPr>
            <a:r>
              <a:rPr lang="es-ES" altLang="es-ES" b="1" dirty="0">
                <a:latin typeface="Google Sans Text"/>
              </a:rPr>
              <a:t>Temporal (GRU):</a:t>
            </a:r>
            <a:r>
              <a:rPr lang="es-ES" altLang="es-ES" dirty="0">
                <a:latin typeface="Google Sans Text"/>
              </a:rPr>
              <a:t> </a:t>
            </a:r>
            <a:r>
              <a:rPr lang="es-ES" altLang="es-ES" dirty="0" err="1">
                <a:latin typeface="Google Sans Text"/>
              </a:rPr>
              <a:t>Models</a:t>
            </a:r>
            <a:r>
              <a:rPr lang="es-ES" altLang="es-ES" dirty="0">
                <a:latin typeface="Google Sans Text"/>
              </a:rPr>
              <a:t> time-series </a:t>
            </a:r>
            <a:r>
              <a:rPr lang="es-ES" altLang="es-ES" dirty="0" err="1">
                <a:latin typeface="Google Sans Text"/>
              </a:rPr>
              <a:t>evolution</a:t>
            </a:r>
            <a:r>
              <a:rPr lang="es-ES" altLang="es-ES" dirty="0">
                <a:latin typeface="Google Sans Text"/>
              </a:rPr>
              <a:t>; more </a:t>
            </a:r>
            <a:r>
              <a:rPr lang="es-ES" altLang="es-ES" dirty="0" err="1">
                <a:latin typeface="Google Sans Text"/>
              </a:rPr>
              <a:t>efficient</a:t>
            </a:r>
            <a:r>
              <a:rPr lang="es-ES" altLang="es-ES" dirty="0">
                <a:latin typeface="Google Sans Text"/>
              </a:rPr>
              <a:t> </a:t>
            </a:r>
            <a:r>
              <a:rPr lang="es-ES" altLang="es-ES" dirty="0" err="1">
                <a:latin typeface="Google Sans Text"/>
              </a:rPr>
              <a:t>than</a:t>
            </a:r>
            <a:r>
              <a:rPr lang="es-ES" altLang="es-ES" dirty="0">
                <a:latin typeface="Google Sans Text"/>
              </a:rPr>
              <a:t> LSTM</a:t>
            </a:r>
          </a:p>
          <a:p>
            <a:endParaRPr lang="fr-FR" dirty="0"/>
          </a:p>
        </p:txBody>
      </p:sp>
      <p:sp>
        <p:nvSpPr>
          <p:cNvPr id="3" name="Marcador de número de diapositiva 2">
            <a:extLst>
              <a:ext uri="{FF2B5EF4-FFF2-40B4-BE49-F238E27FC236}">
                <a16:creationId xmlns:a16="http://schemas.microsoft.com/office/drawing/2014/main" id="{569883E6-B0A3-4091-5F18-37FAEE046B71}"/>
              </a:ext>
            </a:extLst>
          </p:cNvPr>
          <p:cNvSpPr>
            <a:spLocks noGrp="1"/>
          </p:cNvSpPr>
          <p:nvPr>
            <p:ph type="sldNum" sz="quarter" idx="11"/>
          </p:nvPr>
        </p:nvSpPr>
        <p:spPr/>
        <p:txBody>
          <a:bodyPr/>
          <a:lstStyle/>
          <a:p>
            <a:fld id="{CE58CB1E-F828-4F11-99E0-327109AF9DA4}" type="slidenum">
              <a:rPr lang="de-DE" smtClean="0"/>
              <a:pPr/>
              <a:t>5</a:t>
            </a:fld>
            <a:endParaRPr lang="de-DE" dirty="0"/>
          </a:p>
        </p:txBody>
      </p:sp>
      <p:sp>
        <p:nvSpPr>
          <p:cNvPr id="4" name="Marcador de pie de página 3">
            <a:extLst>
              <a:ext uri="{FF2B5EF4-FFF2-40B4-BE49-F238E27FC236}">
                <a16:creationId xmlns:a16="http://schemas.microsoft.com/office/drawing/2014/main" id="{E5201D5F-829A-11AA-4689-94D876D02855}"/>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ítulo 4">
            <a:extLst>
              <a:ext uri="{FF2B5EF4-FFF2-40B4-BE49-F238E27FC236}">
                <a16:creationId xmlns:a16="http://schemas.microsoft.com/office/drawing/2014/main" id="{AEF64222-3FAE-D0AD-9EB2-0D1DA626256E}"/>
              </a:ext>
            </a:extLst>
          </p:cNvPr>
          <p:cNvSpPr>
            <a:spLocks noGrp="1"/>
          </p:cNvSpPr>
          <p:nvPr>
            <p:ph type="title"/>
          </p:nvPr>
        </p:nvSpPr>
        <p:spPr/>
        <p:txBody>
          <a:bodyPr/>
          <a:lstStyle/>
          <a:p>
            <a:r>
              <a:rPr lang="es-ES" dirty="0" err="1"/>
              <a:t>Methodology</a:t>
            </a:r>
            <a:r>
              <a:rPr lang="es-ES" dirty="0"/>
              <a:t> I - T-GCN </a:t>
            </a:r>
            <a:r>
              <a:rPr lang="es-ES" dirty="0" err="1"/>
              <a:t>Architecture</a:t>
            </a:r>
            <a:endParaRPr lang="es-ES" dirty="0"/>
          </a:p>
        </p:txBody>
      </p:sp>
    </p:spTree>
    <p:extLst>
      <p:ext uri="{BB962C8B-B14F-4D97-AF65-F5344CB8AC3E}">
        <p14:creationId xmlns:p14="http://schemas.microsoft.com/office/powerpoint/2010/main" val="441844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BEAB7054-84A0-BF62-A620-2790A8837117}"/>
              </a:ext>
            </a:extLst>
          </p:cNvPr>
          <p:cNvSpPr>
            <a:spLocks noGrp="1"/>
          </p:cNvSpPr>
          <p:nvPr>
            <p:ph type="sldNum" sz="quarter" idx="11"/>
          </p:nvPr>
        </p:nvSpPr>
        <p:spPr/>
        <p:txBody>
          <a:bodyPr/>
          <a:lstStyle/>
          <a:p>
            <a:fld id="{CE58CB1E-F828-4F11-99E0-327109AF9DA4}" type="slidenum">
              <a:rPr lang="de-DE" smtClean="0"/>
              <a:pPr/>
              <a:t>6</a:t>
            </a:fld>
            <a:endParaRPr lang="de-DE" dirty="0"/>
          </a:p>
        </p:txBody>
      </p:sp>
      <p:sp>
        <p:nvSpPr>
          <p:cNvPr id="4" name="Marcador de pie de página 3">
            <a:extLst>
              <a:ext uri="{FF2B5EF4-FFF2-40B4-BE49-F238E27FC236}">
                <a16:creationId xmlns:a16="http://schemas.microsoft.com/office/drawing/2014/main" id="{735F51FC-8DF7-D1E2-5342-FB2AA156F8E1}"/>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ítulo 4">
            <a:extLst>
              <a:ext uri="{FF2B5EF4-FFF2-40B4-BE49-F238E27FC236}">
                <a16:creationId xmlns:a16="http://schemas.microsoft.com/office/drawing/2014/main" id="{12865FFF-006C-D83D-D69D-CF4C40100E7B}"/>
              </a:ext>
            </a:extLst>
          </p:cNvPr>
          <p:cNvSpPr>
            <a:spLocks noGrp="1"/>
          </p:cNvSpPr>
          <p:nvPr>
            <p:ph type="title"/>
          </p:nvPr>
        </p:nvSpPr>
        <p:spPr/>
        <p:txBody>
          <a:bodyPr/>
          <a:lstStyle/>
          <a:p>
            <a:r>
              <a:rPr lang="es-ES" dirty="0" err="1"/>
              <a:t>Methodology</a:t>
            </a:r>
            <a:r>
              <a:rPr lang="es-ES" dirty="0"/>
              <a:t> II - MST-GNN </a:t>
            </a:r>
            <a:r>
              <a:rPr lang="es-ES" dirty="0" err="1"/>
              <a:t>Architecture</a:t>
            </a:r>
            <a:endParaRPr lang="es-ES" dirty="0"/>
          </a:p>
        </p:txBody>
      </p:sp>
      <p:sp>
        <p:nvSpPr>
          <p:cNvPr id="6" name="Rectangle 1">
            <a:extLst>
              <a:ext uri="{FF2B5EF4-FFF2-40B4-BE49-F238E27FC236}">
                <a16:creationId xmlns:a16="http://schemas.microsoft.com/office/drawing/2014/main" id="{C63AA173-538A-550A-CB9D-15D352DADCC9}"/>
              </a:ext>
            </a:extLst>
          </p:cNvPr>
          <p:cNvSpPr>
            <a:spLocks noGrp="1" noChangeArrowheads="1"/>
          </p:cNvSpPr>
          <p:nvPr>
            <p:ph idx="1"/>
          </p:nvPr>
        </p:nvSpPr>
        <p:spPr bwMode="auto">
          <a:xfrm>
            <a:off x="319090" y="1661752"/>
            <a:ext cx="831823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a:ln>
                  <a:noFill/>
                </a:ln>
                <a:solidFill>
                  <a:schemeClr val="tx1"/>
                </a:solidFill>
                <a:effectLst/>
                <a:latin typeface="Arial" panose="020B0604020202020204" pitchFamily="34" charset="0"/>
              </a:rPr>
              <a:t>Role: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Designed</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to</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model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complex</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multi-view</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spatial</a:t>
            </a:r>
            <a:r>
              <a:rPr kumimoji="0" lang="es-ES" altLang="es-ES" sz="1800" b="0" i="0" u="none" strike="noStrike" cap="none" normalizeH="0" baseline="0" dirty="0">
                <a:ln>
                  <a:noFill/>
                </a:ln>
                <a:solidFill>
                  <a:schemeClr val="tx1"/>
                </a:solidFill>
                <a:effectLst/>
                <a:latin typeface="Arial" panose="020B0604020202020204" pitchFamily="34" charset="0"/>
              </a:rPr>
              <a:t>-temporal </a:t>
            </a:r>
            <a:r>
              <a:rPr kumimoji="0" lang="es-ES" altLang="es-ES" sz="1800" b="0" i="0" u="none" strike="noStrike" cap="none" normalizeH="0" baseline="0" dirty="0" err="1">
                <a:ln>
                  <a:noFill/>
                </a:ln>
                <a:solidFill>
                  <a:schemeClr val="tx1"/>
                </a:solidFill>
                <a:effectLst/>
                <a:latin typeface="Arial" panose="020B0604020202020204" pitchFamily="34" charset="0"/>
              </a:rPr>
              <a:t>dependencies</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a:ln>
                  <a:noFill/>
                </a:ln>
                <a:solidFill>
                  <a:schemeClr val="tx1"/>
                </a:solidFill>
                <a:effectLst/>
                <a:latin typeface="Arial" panose="020B0604020202020204" pitchFamily="34" charset="0"/>
              </a:rPr>
              <a:t>Key </a:t>
            </a:r>
            <a:r>
              <a:rPr kumimoji="0" lang="es-ES" altLang="es-ES" sz="1800" b="1" i="0" u="none" strike="noStrike" cap="none" normalizeH="0" baseline="0" dirty="0" err="1">
                <a:ln>
                  <a:noFill/>
                </a:ln>
                <a:solidFill>
                  <a:schemeClr val="tx1"/>
                </a:solidFill>
                <a:effectLst/>
                <a:latin typeface="Arial" panose="020B0604020202020204" pitchFamily="34" charset="0"/>
              </a:rPr>
              <a:t>Components</a:t>
            </a:r>
            <a:r>
              <a:rPr kumimoji="0" lang="es-ES" altLang="es-ES" sz="1800" b="1" i="0" u="none" strike="noStrike" cap="none" normalizeH="0" baseline="0" dirty="0">
                <a:ln>
                  <a:noFill/>
                </a:ln>
                <a:solidFill>
                  <a:schemeClr val="tx1"/>
                </a:solidFill>
                <a:effectLst/>
                <a:latin typeface="Arial" panose="020B0604020202020204" pitchFamily="34" charset="0"/>
              </a:rPr>
              <a:t>:</a:t>
            </a: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Multilayer</a:t>
            </a:r>
            <a:r>
              <a:rPr kumimoji="0" lang="es-ES" altLang="es-ES" sz="1800" b="1"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err="1">
                <a:ln>
                  <a:noFill/>
                </a:ln>
                <a:solidFill>
                  <a:schemeClr val="tx1"/>
                </a:solidFill>
                <a:effectLst/>
                <a:latin typeface="Arial" panose="020B0604020202020204" pitchFamily="34" charset="0"/>
              </a:rPr>
              <a:t>Structure</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Represents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the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market</a:t>
            </a:r>
            <a:r>
              <a:rPr kumimoji="0" lang="es-ES" altLang="es-ES" sz="1800" b="0" i="0" u="none" strike="noStrike" cap="none" normalizeH="0" baseline="0" dirty="0">
                <a:ln>
                  <a:noFill/>
                </a:ln>
                <a:solidFill>
                  <a:schemeClr val="tx1"/>
                </a:solidFill>
                <a:effectLst/>
                <a:latin typeface="Arial" panose="020B0604020202020204" pitchFamily="34" charset="0"/>
              </a:rPr>
              <a:t> as </a:t>
            </a:r>
            <a:r>
              <a:rPr kumimoji="0" lang="es-ES" altLang="es-ES" sz="1800" b="0" i="0" u="none" strike="noStrike" cap="none" normalizeH="0" baseline="0" dirty="0" err="1">
                <a:ln>
                  <a:noFill/>
                </a:ln>
                <a:solidFill>
                  <a:schemeClr val="tx1"/>
                </a:solidFill>
                <a:effectLst/>
                <a:latin typeface="Arial" panose="020B0604020202020204" pitchFamily="34" charset="0"/>
              </a:rPr>
              <a:t>multiple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graph</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layers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e.g</a:t>
            </a:r>
            <a:r>
              <a:rPr kumimoji="0" lang="es-ES" altLang="es-E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err="1">
                <a:ln>
                  <a:noFill/>
                </a:ln>
                <a:solidFill>
                  <a:schemeClr val="tx1"/>
                </a:solidFill>
                <a:effectLst/>
                <a:latin typeface="Arial" panose="020B0604020202020204" pitchFamily="34" charset="0"/>
              </a:rPr>
              <a:t>industry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layer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price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layer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simultaneously</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Spatial</a:t>
            </a:r>
            <a:r>
              <a:rPr kumimoji="0" lang="es-ES" altLang="es-ES" sz="1800" b="1" i="0" u="none" strike="noStrike" cap="none" normalizeH="0" baseline="0" dirty="0">
                <a:ln>
                  <a:noFill/>
                </a:ln>
                <a:solidFill>
                  <a:schemeClr val="tx1"/>
                </a:solidFill>
                <a:effectLst/>
                <a:latin typeface="Arial" panose="020B0604020202020204" pitchFamily="34" charset="0"/>
              </a:rPr>
              <a:t>-Temporal </a:t>
            </a:r>
            <a:r>
              <a:rPr kumimoji="0" lang="es-ES" altLang="es-ES" sz="1800" b="1" i="0" u="none" strike="noStrike" cap="none" normalizeH="0" baseline="0" dirty="0" err="1">
                <a:ln>
                  <a:noFill/>
                </a:ln>
                <a:solidFill>
                  <a:schemeClr val="tx1"/>
                </a:solidFill>
                <a:effectLst/>
                <a:latin typeface="Arial" panose="020B0604020202020204" pitchFamily="34" charset="0"/>
              </a:rPr>
              <a:t>Aggregation</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Uses a </a:t>
            </a:r>
            <a:r>
              <a:rPr kumimoji="0" lang="es-ES" altLang="es-ES" sz="1800" b="0" i="0" u="none" strike="noStrike" cap="none" normalizeH="0" baseline="0" dirty="0" err="1">
                <a:ln>
                  <a:noFill/>
                </a:ln>
                <a:solidFill>
                  <a:schemeClr val="tx1"/>
                </a:solidFill>
                <a:effectLst/>
                <a:latin typeface="Arial" panose="020B0604020202020204" pitchFamily="34" charset="0"/>
              </a:rPr>
              <a:t>GraphSAGE-style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function</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to</a:t>
            </a:r>
            <a:r>
              <a:rPr kumimoji="0" lang="es-ES" altLang="es-ES" sz="1800" b="0" i="0" u="none" strike="noStrike" cap="none" normalizeH="0" baseline="0" dirty="0">
                <a:ln>
                  <a:noFill/>
                </a:ln>
                <a:solidFill>
                  <a:schemeClr val="tx1"/>
                </a:solidFill>
                <a:effectLst/>
                <a:latin typeface="Arial" panose="020B0604020202020204" pitchFamily="34" charset="0"/>
              </a:rPr>
              <a:t> capture </a:t>
            </a: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err="1">
                <a:ln>
                  <a:noFill/>
                </a:ln>
                <a:solidFill>
                  <a:schemeClr val="tx1"/>
                </a:solidFill>
                <a:effectLst/>
                <a:latin typeface="Arial" panose="020B0604020202020204" pitchFamily="34" charset="0"/>
              </a:rPr>
              <a:t>neighbors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across</a:t>
            </a:r>
            <a:r>
              <a:rPr kumimoji="0" lang="es-ES" altLang="es-ES" sz="1800" b="0" i="0" u="none" strike="noStrike" cap="none" normalizeH="0" baseline="0" dirty="0">
                <a:ln>
                  <a:noFill/>
                </a:ln>
                <a:solidFill>
                  <a:schemeClr val="tx1"/>
                </a:solidFill>
                <a:effectLst/>
                <a:latin typeface="Arial" panose="020B0604020202020204" pitchFamily="34" charset="0"/>
              </a:rPr>
              <a:t> time </a:t>
            </a:r>
            <a:r>
              <a:rPr kumimoji="0" lang="es-ES" altLang="es-ES" sz="1800" b="0" i="0" u="none" strike="noStrike" cap="none" normalizeH="0" baseline="0" dirty="0" err="1">
                <a:ln>
                  <a:noFill/>
                </a:ln>
                <a:solidFill>
                  <a:schemeClr val="tx1"/>
                </a:solidFill>
                <a:effectLst/>
                <a:latin typeface="Arial" panose="020B0604020202020204" pitchFamily="34" charset="0"/>
              </a:rPr>
              <a:t>without</a:t>
            </a:r>
            <a:r>
              <a:rPr kumimoji="0" lang="es-ES" altLang="es-ES" sz="1800" b="0" i="0" u="none" strike="noStrike" cap="none" normalizeH="0" baseline="0" dirty="0">
                <a:ln>
                  <a:noFill/>
                </a:ln>
                <a:solidFill>
                  <a:schemeClr val="tx1"/>
                </a:solidFill>
                <a:effectLst/>
                <a:latin typeface="Arial" panose="020B0604020202020204" pitchFamily="34" charset="0"/>
              </a:rPr>
              <a:t> pure </a:t>
            </a:r>
            <a:r>
              <a:rPr kumimoji="0" lang="es-ES" altLang="es-ES" sz="1800" b="0" i="0" u="none" strike="noStrike" cap="none" normalizeH="0" baseline="0" dirty="0" err="1">
                <a:ln>
                  <a:noFill/>
                </a:ln>
                <a:solidFill>
                  <a:schemeClr val="tx1"/>
                </a:solidFill>
                <a:effectLst/>
                <a:latin typeface="Arial" panose="020B0604020202020204" pitchFamily="34" charset="0"/>
              </a:rPr>
              <a:t>RNNs</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a:ln>
                  <a:noFill/>
                </a:ln>
                <a:solidFill>
                  <a:schemeClr val="tx1"/>
                </a:solidFill>
                <a:effectLst/>
                <a:latin typeface="Arial" panose="020B0604020202020204" pitchFamily="34" charset="0"/>
              </a:rPr>
              <a:t>Cross-</a:t>
            </a:r>
            <a:r>
              <a:rPr kumimoji="0" lang="es-ES" altLang="es-ES" sz="1800" b="1" i="0" u="none" strike="noStrike" cap="none" normalizeH="0" baseline="0" dirty="0" err="1">
                <a:ln>
                  <a:noFill/>
                </a:ln>
                <a:solidFill>
                  <a:schemeClr val="tx1"/>
                </a:solidFill>
                <a:effectLst/>
                <a:latin typeface="Arial" panose="020B0604020202020204" pitchFamily="34" charset="0"/>
              </a:rPr>
              <a:t>Layer</a:t>
            </a:r>
            <a:r>
              <a:rPr kumimoji="0" lang="es-ES" altLang="es-ES" sz="1800" b="1"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err="1">
                <a:ln>
                  <a:noFill/>
                </a:ln>
                <a:solidFill>
                  <a:schemeClr val="tx1"/>
                </a:solidFill>
                <a:effectLst/>
                <a:latin typeface="Arial" panose="020B0604020202020204" pitchFamily="34" charset="0"/>
              </a:rPr>
              <a:t>Fusion</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 Deep Cross Network (DCN) fuses </a:t>
            </a:r>
            <a:r>
              <a:rPr kumimoji="0" lang="es-ES" altLang="es-ES" sz="1800" b="0" i="0" u="none" strike="noStrike" cap="none" normalizeH="0" baseline="0" dirty="0" err="1">
                <a:ln>
                  <a:noFill/>
                </a:ln>
                <a:solidFill>
                  <a:schemeClr val="tx1"/>
                </a:solidFill>
                <a:effectLst/>
                <a:latin typeface="Arial" panose="020B0604020202020204" pitchFamily="34" charset="0"/>
              </a:rPr>
              <a:t>embeddings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from</a:t>
            </a:r>
            <a:r>
              <a:rPr kumimoji="0" lang="es-ES" altLang="es-E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err="1">
                <a:ln>
                  <a:noFill/>
                </a:ln>
                <a:solidFill>
                  <a:schemeClr val="tx1"/>
                </a:solidFill>
                <a:effectLst/>
                <a:latin typeface="Arial" panose="020B0604020202020204" pitchFamily="34" charset="0"/>
              </a:rPr>
              <a:t>different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layers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to</a:t>
            </a:r>
            <a:r>
              <a:rPr kumimoji="0" lang="es-ES" altLang="es-ES" sz="1800" b="0" i="0" u="none" strike="noStrike" cap="none" normalizeH="0" baseline="0" dirty="0">
                <a:ln>
                  <a:noFill/>
                </a:ln>
                <a:solidFill>
                  <a:schemeClr val="tx1"/>
                </a:solidFill>
                <a:effectLst/>
                <a:latin typeface="Arial" panose="020B0604020202020204" pitchFamily="34" charset="0"/>
              </a:rPr>
              <a:t> capture </a:t>
            </a:r>
            <a:r>
              <a:rPr kumimoji="0" lang="es-ES" altLang="es-ES" sz="1800" b="0" i="0" u="none" strike="noStrike" cap="none" normalizeH="0" baseline="0" dirty="0" err="1">
                <a:ln>
                  <a:noFill/>
                </a:ln>
                <a:solidFill>
                  <a:schemeClr val="tx1"/>
                </a:solidFill>
                <a:effectLst/>
                <a:latin typeface="Arial" panose="020B0604020202020204" pitchFamily="34" charset="0"/>
              </a:rPr>
              <a:t>high-order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interactions</a:t>
            </a: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48371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7A3708C-0191-2B9D-214A-BC02B4E061B1}"/>
              </a:ext>
            </a:extLst>
          </p:cNvPr>
          <p:cNvSpPr>
            <a:spLocks noGrp="1"/>
          </p:cNvSpPr>
          <p:nvPr>
            <p:ph type="sldNum" sz="quarter" idx="11"/>
          </p:nvPr>
        </p:nvSpPr>
        <p:spPr/>
        <p:txBody>
          <a:bodyPr/>
          <a:lstStyle/>
          <a:p>
            <a:fld id="{CE58CB1E-F828-4F11-99E0-327109AF9DA4}" type="slidenum">
              <a:rPr lang="de-DE" smtClean="0"/>
              <a:pPr/>
              <a:t>7</a:t>
            </a:fld>
            <a:endParaRPr lang="de-DE" dirty="0"/>
          </a:p>
        </p:txBody>
      </p:sp>
      <p:sp>
        <p:nvSpPr>
          <p:cNvPr id="4" name="Marcador de pie de página 3">
            <a:extLst>
              <a:ext uri="{FF2B5EF4-FFF2-40B4-BE49-F238E27FC236}">
                <a16:creationId xmlns:a16="http://schemas.microsoft.com/office/drawing/2014/main" id="{A0F3FAFF-0648-523C-F549-BDE08A46EA7D}"/>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ítulo 4">
            <a:extLst>
              <a:ext uri="{FF2B5EF4-FFF2-40B4-BE49-F238E27FC236}">
                <a16:creationId xmlns:a16="http://schemas.microsoft.com/office/drawing/2014/main" id="{FD934CFB-2E94-0862-62FC-7AAD6B37F261}"/>
              </a:ext>
            </a:extLst>
          </p:cNvPr>
          <p:cNvSpPr>
            <a:spLocks noGrp="1"/>
          </p:cNvSpPr>
          <p:nvPr>
            <p:ph type="title"/>
          </p:nvPr>
        </p:nvSpPr>
        <p:spPr/>
        <p:txBody>
          <a:bodyPr/>
          <a:lstStyle/>
          <a:p>
            <a:r>
              <a:rPr lang="en-US" dirty="0"/>
              <a:t>Graph Construction 1 - Hybrid Static Graph</a:t>
            </a:r>
            <a:endParaRPr lang="es-ES" dirty="0"/>
          </a:p>
        </p:txBody>
      </p:sp>
      <p:sp>
        <p:nvSpPr>
          <p:cNvPr id="6" name="Rectangle 1">
            <a:extLst>
              <a:ext uri="{FF2B5EF4-FFF2-40B4-BE49-F238E27FC236}">
                <a16:creationId xmlns:a16="http://schemas.microsoft.com/office/drawing/2014/main" id="{ADC5D4D2-1E42-E014-2711-7410EBE6152C}"/>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a:ln>
                  <a:noFill/>
                </a:ln>
                <a:solidFill>
                  <a:schemeClr val="tx1"/>
                </a:solidFill>
                <a:effectLst/>
                <a:latin typeface="Google Sans Text"/>
              </a:rPr>
              <a:t>Concept:</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Encodes</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enduring</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business</a:t>
            </a:r>
            <a:r>
              <a:rPr kumimoji="0" lang="es-ES" altLang="es-ES" sz="1800" b="0" i="0" u="none" strike="noStrike" cap="none" normalizeH="0" baseline="0" dirty="0">
                <a:ln>
                  <a:noFill/>
                </a:ln>
                <a:solidFill>
                  <a:schemeClr val="tx1"/>
                </a:solidFill>
                <a:effectLst/>
                <a:latin typeface="Google Sans Text"/>
              </a:rPr>
              <a:t> and </a:t>
            </a:r>
            <a:r>
              <a:rPr kumimoji="0" lang="es-ES" altLang="es-ES" sz="1800" b="0" i="0" u="none" strike="noStrike" cap="none" normalizeH="0" baseline="0" dirty="0" err="1">
                <a:ln>
                  <a:noFill/>
                </a:ln>
                <a:solidFill>
                  <a:schemeClr val="tx1"/>
                </a:solidFill>
                <a:effectLst/>
                <a:latin typeface="Google Sans Text"/>
              </a:rPr>
              <a:t>statistical</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similarities</a:t>
            </a:r>
            <a:r>
              <a:rPr kumimoji="0" lang="es-ES" altLang="es-ES" sz="1800" b="0" i="0" u="none" strike="noStrike" cap="none" normalizeH="0" baseline="0" dirty="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Google Sans Text"/>
              </a:rPr>
              <a:t>Method</a:t>
            </a:r>
            <a:r>
              <a:rPr kumimoji="0" lang="es-ES" altLang="es-ES" sz="1800" b="1" i="0" u="none" strike="noStrike" cap="none" normalizeH="0" baseline="0" dirty="0">
                <a:ln>
                  <a:noFill/>
                </a:ln>
                <a:solidFill>
                  <a:schemeClr val="tx1"/>
                </a:solidFill>
                <a:effectLst/>
                <a:latin typeface="Google Sans Text"/>
              </a:rPr>
              <a:t>:</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We</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merge</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two</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graphs</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using</a:t>
            </a:r>
            <a:r>
              <a:rPr kumimoji="0" lang="es-ES" altLang="es-ES" sz="1800" b="0" i="0" u="none" strike="noStrike" cap="none" normalizeH="0" baseline="0" dirty="0">
                <a:ln>
                  <a:noFill/>
                </a:ln>
                <a:solidFill>
                  <a:schemeClr val="tx1"/>
                </a:solidFill>
                <a:effectLst/>
                <a:latin typeface="Google Sans Text"/>
              </a:rPr>
              <a:t> $A=A^{</a:t>
            </a:r>
            <a:r>
              <a:rPr kumimoji="0" lang="es-ES" altLang="es-ES" sz="1800" b="0" i="0" u="none" strike="noStrike" cap="none" normalizeH="0" baseline="0" dirty="0" err="1">
                <a:ln>
                  <a:noFill/>
                </a:ln>
                <a:solidFill>
                  <a:schemeClr val="tx1"/>
                </a:solidFill>
                <a:effectLst/>
                <a:latin typeface="Google Sans Text"/>
              </a:rPr>
              <a:t>fund</a:t>
            </a:r>
            <a:r>
              <a:rPr kumimoji="0" lang="es-ES" altLang="es-ES" sz="1800" b="0" i="0" u="none" strike="noStrike" cap="none" normalizeH="0" baseline="0" dirty="0">
                <a:ln>
                  <a:noFill/>
                </a:ln>
                <a:solidFill>
                  <a:schemeClr val="tx1"/>
                </a:solidFill>
                <a:effectLst/>
                <a:latin typeface="Google Sans Text"/>
              </a:rPr>
              <a:t>}+\beta\</a:t>
            </a:r>
            <a:r>
              <a:rPr kumimoji="0" lang="es-ES" altLang="es-ES" sz="1800" b="0" i="0" u="none" strike="noStrike" cap="none" normalizeH="0" baseline="0" dirty="0" err="1">
                <a:ln>
                  <a:noFill/>
                </a:ln>
                <a:solidFill>
                  <a:schemeClr val="tx1"/>
                </a:solidFill>
                <a:effectLst/>
                <a:latin typeface="Google Sans Text"/>
              </a:rPr>
              <a:t>cdot</a:t>
            </a:r>
            <a:r>
              <a:rPr kumimoji="0" lang="es-ES" altLang="es-ES" sz="1800" b="0" i="0" u="none" strike="noStrike" cap="none" normalizeH="0" baseline="0" dirty="0">
                <a:ln>
                  <a:noFill/>
                </a:ln>
                <a:solidFill>
                  <a:schemeClr val="tx1"/>
                </a:solidFill>
                <a:effectLst/>
                <a:latin typeface="Google Sans Text"/>
              </a:rPr>
              <a:t> A^{sector}$: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a:ln>
                  <a:noFill/>
                </a:ln>
                <a:solidFill>
                  <a:schemeClr val="tx1"/>
                </a:solidFill>
                <a:effectLst/>
                <a:latin typeface="Google Sans Text"/>
              </a:rPr>
              <a:t>Sector-</a:t>
            </a:r>
            <a:r>
              <a:rPr kumimoji="0" lang="es-ES" altLang="es-ES" sz="1800" b="1" i="0" u="none" strike="noStrike" cap="none" normalizeH="0" baseline="0" dirty="0" err="1">
                <a:ln>
                  <a:noFill/>
                </a:ln>
                <a:solidFill>
                  <a:schemeClr val="tx1"/>
                </a:solidFill>
                <a:effectLst/>
                <a:latin typeface="Google Sans Text"/>
              </a:rPr>
              <a:t>Based</a:t>
            </a:r>
            <a:r>
              <a:rPr kumimoji="0" lang="es-ES" altLang="es-ES" sz="1800" b="1" i="0" u="none" strike="noStrike" cap="none" normalizeH="0" baseline="0" dirty="0">
                <a:ln>
                  <a:noFill/>
                </a:ln>
                <a:solidFill>
                  <a:schemeClr val="tx1"/>
                </a:solidFill>
                <a:effectLst/>
                <a:latin typeface="Google Sans Text"/>
              </a:rPr>
              <a:t>:</a:t>
            </a:r>
            <a:r>
              <a:rPr kumimoji="0" lang="es-ES" altLang="es-ES" sz="1800" b="0" i="0" u="none" strike="noStrike" cap="none" normalizeH="0" baseline="0" dirty="0">
                <a:ln>
                  <a:noFill/>
                </a:ln>
                <a:solidFill>
                  <a:schemeClr val="tx1"/>
                </a:solidFill>
                <a:effectLst/>
                <a:latin typeface="Google Sans Text"/>
              </a:rPr>
              <a:t> Stocks in </a:t>
            </a:r>
            <a:r>
              <a:rPr kumimoji="0" lang="es-ES" altLang="es-ES" sz="1800" b="0" i="0" u="none" strike="noStrike" cap="none" normalizeH="0" baseline="0" dirty="0" err="1">
                <a:ln>
                  <a:noFill/>
                </a:ln>
                <a:solidFill>
                  <a:schemeClr val="tx1"/>
                </a:solidFill>
                <a:effectLst/>
                <a:latin typeface="Google Sans Text"/>
              </a:rPr>
              <a:t>the</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same</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industry</a:t>
            </a:r>
            <a:r>
              <a:rPr kumimoji="0" lang="es-ES" altLang="es-ES" sz="1800" b="0" i="0" u="none" strike="noStrike" cap="none" normalizeH="0" baseline="0" dirty="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a:ln>
                  <a:noFill/>
                </a:ln>
                <a:solidFill>
                  <a:schemeClr val="tx1"/>
                </a:solidFill>
                <a:effectLst/>
                <a:latin typeface="Google Sans Text"/>
              </a:rPr>
              <a:t>Fundamentals </a:t>
            </a:r>
            <a:r>
              <a:rPr kumimoji="0" lang="es-ES" altLang="es-ES" sz="1800" b="1" i="0" u="none" strike="noStrike" cap="none" normalizeH="0" baseline="0" dirty="0" err="1">
                <a:ln>
                  <a:noFill/>
                </a:ln>
                <a:solidFill>
                  <a:schemeClr val="tx1"/>
                </a:solidFill>
                <a:effectLst/>
                <a:latin typeface="Google Sans Text"/>
              </a:rPr>
              <a:t>Correlation</a:t>
            </a:r>
            <a:r>
              <a:rPr kumimoji="0" lang="es-ES" altLang="es-ES" sz="1800" b="1" i="0" u="none" strike="noStrike" cap="none" normalizeH="0" baseline="0" dirty="0">
                <a:ln>
                  <a:noFill/>
                </a:ln>
                <a:solidFill>
                  <a:schemeClr val="tx1"/>
                </a:solidFill>
                <a:effectLst/>
                <a:latin typeface="Google Sans Text"/>
              </a:rPr>
              <a:t>:</a:t>
            </a:r>
            <a:r>
              <a:rPr kumimoji="0" lang="es-ES" altLang="es-ES" sz="1800" b="0" i="0" u="none" strike="noStrike" cap="none" normalizeH="0" baseline="0" dirty="0">
                <a:ln>
                  <a:noFill/>
                </a:ln>
                <a:solidFill>
                  <a:schemeClr val="tx1"/>
                </a:solidFill>
                <a:effectLst/>
                <a:latin typeface="Google Sans Text"/>
              </a:rPr>
              <a:t> Pearson </a:t>
            </a:r>
            <a:r>
              <a:rPr kumimoji="0" lang="es-ES" altLang="es-ES" sz="1800" b="0" i="0" u="none" strike="noStrike" cap="none" normalizeH="0" baseline="0" dirty="0" err="1">
                <a:ln>
                  <a:noFill/>
                </a:ln>
                <a:solidFill>
                  <a:schemeClr val="tx1"/>
                </a:solidFill>
                <a:effectLst/>
                <a:latin typeface="Google Sans Text"/>
              </a:rPr>
              <a:t>correlation</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of</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historical</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returns</a:t>
            </a:r>
            <a:r>
              <a:rPr kumimoji="0" lang="es-ES" altLang="es-ES" sz="1800" b="0" i="0" u="none" strike="noStrike" cap="none" normalizeH="0" baseline="0" dirty="0">
                <a:ln>
                  <a:noFill/>
                </a:ln>
                <a:solidFill>
                  <a:schemeClr val="tx1"/>
                </a:solidFill>
                <a:effectLst/>
                <a:latin typeface="Google Sans Text"/>
              </a:rPr>
              <a:t> ($\rho_{</a:t>
            </a:r>
            <a:r>
              <a:rPr kumimoji="0" lang="es-ES" altLang="es-ES" sz="1800" b="0" i="0" u="none" strike="noStrike" cap="none" normalizeH="0" baseline="0" dirty="0" err="1">
                <a:ln>
                  <a:noFill/>
                </a:ln>
                <a:solidFill>
                  <a:schemeClr val="tx1"/>
                </a:solidFill>
                <a:effectLst/>
                <a:latin typeface="Google Sans Text"/>
              </a:rPr>
              <a:t>ij</a:t>
            </a:r>
            <a:r>
              <a:rPr kumimoji="0" lang="es-ES" altLang="es-ES" sz="1800" b="0" i="0" u="none" strike="noStrike" cap="none" normalizeH="0" baseline="0" dirty="0">
                <a:ln>
                  <a:noFill/>
                </a:ln>
                <a:solidFill>
                  <a:schemeClr val="tx1"/>
                </a:solidFill>
                <a:effectLst/>
                <a:latin typeface="Google Sans Text"/>
              </a:rPr>
              <a:t>} &gt; \tau$).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Google Sans Text"/>
              </a:rPr>
              <a:t>Result</a:t>
            </a:r>
            <a:r>
              <a:rPr kumimoji="0" lang="es-ES" altLang="es-ES" sz="1800" b="1" i="0" u="none" strike="noStrike" cap="none" normalizeH="0" baseline="0" dirty="0">
                <a:ln>
                  <a:noFill/>
                </a:ln>
                <a:solidFill>
                  <a:schemeClr val="tx1"/>
                </a:solidFill>
                <a:effectLst/>
                <a:latin typeface="Google Sans Text"/>
              </a:rPr>
              <a:t>:</a:t>
            </a:r>
            <a:r>
              <a:rPr kumimoji="0" lang="es-ES" altLang="es-ES" sz="1800" b="0" i="0" u="none" strike="noStrike" cap="none" normalizeH="0" baseline="0" dirty="0">
                <a:ln>
                  <a:noFill/>
                </a:ln>
                <a:solidFill>
                  <a:schemeClr val="tx1"/>
                </a:solidFill>
                <a:effectLst/>
                <a:latin typeface="Google Sans Text"/>
              </a:rPr>
              <a:t> A </a:t>
            </a:r>
            <a:r>
              <a:rPr kumimoji="0" lang="es-ES" altLang="es-ES" sz="1800" b="0" i="0" u="none" strike="noStrike" cap="none" normalizeH="0" baseline="0" dirty="0" err="1">
                <a:ln>
                  <a:noFill/>
                </a:ln>
                <a:solidFill>
                  <a:schemeClr val="tx1"/>
                </a:solidFill>
                <a:effectLst/>
                <a:latin typeface="Google Sans Text"/>
              </a:rPr>
              <a:t>robust</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fixed</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structure</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that</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filters</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weak</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noise</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1891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Marcador de contenido 1">
                <a:extLst>
                  <a:ext uri="{FF2B5EF4-FFF2-40B4-BE49-F238E27FC236}">
                    <a16:creationId xmlns:a16="http://schemas.microsoft.com/office/drawing/2014/main" id="{C3D1B5A5-26F2-F7D1-5DED-6FB0FA5471CB}"/>
                  </a:ext>
                </a:extLst>
              </p:cNvPr>
              <p:cNvSpPr>
                <a:spLocks noGrp="1"/>
              </p:cNvSpPr>
              <p:nvPr>
                <p:ph idx="1"/>
              </p:nvPr>
            </p:nvSpPr>
            <p:spPr/>
            <p:txBody>
              <a:bodyPr/>
              <a:lstStyle/>
              <a:p>
                <a:pPr lvl="0">
                  <a:lnSpc>
                    <a:spcPct val="100000"/>
                  </a:lnSpc>
                  <a:buFontTx/>
                  <a:buChar char="•"/>
                </a:pPr>
                <a:r>
                  <a:rPr lang="es-ES" altLang="es-ES" sz="1800" b="1" dirty="0">
                    <a:latin typeface="Google Sans Text"/>
                  </a:rPr>
                  <a:t>Concept:</a:t>
                </a:r>
                <a:r>
                  <a:rPr lang="es-ES" altLang="es-ES" sz="1800" dirty="0">
                    <a:latin typeface="Google Sans Text"/>
                  </a:rPr>
                  <a:t> Captures </a:t>
                </a:r>
                <a:r>
                  <a:rPr lang="es-ES" altLang="es-ES" sz="1800" dirty="0" err="1">
                    <a:latin typeface="Google Sans Text"/>
                  </a:rPr>
                  <a:t>evolving</a:t>
                </a:r>
                <a:r>
                  <a:rPr lang="es-ES" altLang="es-ES" sz="1800" dirty="0">
                    <a:latin typeface="Google Sans Text"/>
                  </a:rPr>
                  <a:t> </a:t>
                </a:r>
                <a:r>
                  <a:rPr lang="es-ES" altLang="es-ES" sz="1800" dirty="0" err="1">
                    <a:latin typeface="Google Sans Text"/>
                  </a:rPr>
                  <a:t>relationships</a:t>
                </a:r>
                <a:r>
                  <a:rPr lang="es-ES" altLang="es-ES" sz="1800" dirty="0">
                    <a:latin typeface="Google Sans Text"/>
                  </a:rPr>
                  <a:t> </a:t>
                </a:r>
                <a:r>
                  <a:rPr lang="es-ES" altLang="es-ES" sz="1800" dirty="0" err="1">
                    <a:latin typeface="Google Sans Text"/>
                  </a:rPr>
                  <a:t>based</a:t>
                </a:r>
                <a:r>
                  <a:rPr lang="es-ES" altLang="es-ES" sz="1800" dirty="0">
                    <a:latin typeface="Google Sans Text"/>
                  </a:rPr>
                  <a:t> </a:t>
                </a:r>
                <a:r>
                  <a:rPr lang="es-ES" altLang="es-ES" sz="1800" dirty="0" err="1">
                    <a:latin typeface="Google Sans Text"/>
                  </a:rPr>
                  <a:t>on</a:t>
                </a:r>
                <a:r>
                  <a:rPr lang="es-ES" altLang="es-ES" sz="1800" dirty="0">
                    <a:latin typeface="Google Sans Text"/>
                  </a:rPr>
                  <a:t> </a:t>
                </a:r>
                <a:r>
                  <a:rPr lang="es-ES" altLang="es-ES" sz="1800" dirty="0" err="1">
                    <a:latin typeface="Google Sans Text"/>
                  </a:rPr>
                  <a:t>recent</a:t>
                </a:r>
                <a:r>
                  <a:rPr lang="es-ES" altLang="es-ES" sz="1800" dirty="0">
                    <a:latin typeface="Google Sans Text"/>
                  </a:rPr>
                  <a:t> </a:t>
                </a:r>
                <a:r>
                  <a:rPr lang="es-ES" altLang="es-ES" sz="1800" dirty="0" err="1">
                    <a:latin typeface="Google Sans Text"/>
                  </a:rPr>
                  <a:t>price</a:t>
                </a:r>
                <a:r>
                  <a:rPr lang="es-ES" altLang="es-ES" sz="1800" dirty="0">
                    <a:latin typeface="Google Sans Text"/>
                  </a:rPr>
                  <a:t> </a:t>
                </a:r>
                <a:r>
                  <a:rPr lang="es-ES" altLang="es-ES" sz="1800" dirty="0" err="1">
                    <a:latin typeface="Google Sans Text"/>
                  </a:rPr>
                  <a:t>movements</a:t>
                </a:r>
                <a:r>
                  <a:rPr lang="es-ES" altLang="es-ES" sz="1800" dirty="0">
                    <a:latin typeface="Google Sans Text"/>
                  </a:rPr>
                  <a:t>.</a:t>
                </a:r>
              </a:p>
              <a:p>
                <a:pPr lvl="0">
                  <a:lnSpc>
                    <a:spcPct val="100000"/>
                  </a:lnSpc>
                  <a:buFontTx/>
                  <a:buChar char="•"/>
                </a:pPr>
                <a:r>
                  <a:rPr lang="es-ES" altLang="es-ES" sz="1800" b="1" dirty="0" err="1">
                    <a:latin typeface="Google Sans Text"/>
                  </a:rPr>
                  <a:t>Method</a:t>
                </a:r>
                <a:r>
                  <a:rPr lang="es-ES" altLang="es-ES" sz="1800" b="1" dirty="0">
                    <a:latin typeface="Google Sans Text"/>
                  </a:rPr>
                  <a:t>:</a:t>
                </a:r>
                <a:r>
                  <a:rPr lang="es-ES" altLang="es-ES" sz="1800" dirty="0">
                    <a:latin typeface="Google Sans Text"/>
                  </a:rPr>
                  <a:t> </a:t>
                </a:r>
                <a:r>
                  <a:rPr lang="es-ES" altLang="es-ES" sz="1800" b="1" dirty="0">
                    <a:latin typeface="Google Sans Text"/>
                  </a:rPr>
                  <a:t>Manhattan Stock </a:t>
                </a:r>
                <a:r>
                  <a:rPr lang="es-ES" altLang="es-ES" sz="1800" b="1" dirty="0" err="1">
                    <a:latin typeface="Google Sans Text"/>
                  </a:rPr>
                  <a:t>Co-movement</a:t>
                </a:r>
                <a:r>
                  <a:rPr lang="es-ES" altLang="es-ES" sz="1800" b="1" dirty="0">
                    <a:latin typeface="Google Sans Text"/>
                  </a:rPr>
                  <a:t> </a:t>
                </a:r>
                <a:r>
                  <a:rPr lang="es-ES" altLang="es-ES" sz="1800" b="1" dirty="0" err="1">
                    <a:latin typeface="Google Sans Text"/>
                  </a:rPr>
                  <a:t>Graph</a:t>
                </a:r>
                <a:r>
                  <a:rPr lang="es-ES" altLang="es-ES" sz="1800" b="1" dirty="0">
                    <a:latin typeface="Google Sans Text"/>
                  </a:rPr>
                  <a:t> (MSCMG)</a:t>
                </a:r>
                <a:r>
                  <a:rPr lang="es-ES" altLang="es-ES" sz="1800" dirty="0">
                    <a:latin typeface="Google Sans Text"/>
                  </a:rPr>
                  <a:t>.</a:t>
                </a:r>
              </a:p>
              <a:p>
                <a:pPr lvl="0">
                  <a:lnSpc>
                    <a:spcPct val="100000"/>
                  </a:lnSpc>
                  <a:buFontTx/>
                  <a:buChar char="•"/>
                </a:pPr>
                <a:r>
                  <a:rPr lang="es-ES" altLang="es-ES" sz="1800" b="1" dirty="0" err="1">
                    <a:latin typeface="Google Sans Text"/>
                  </a:rPr>
                  <a:t>Process</a:t>
                </a:r>
                <a:r>
                  <a:rPr lang="es-ES" altLang="es-ES" sz="1800" b="1" dirty="0">
                    <a:latin typeface="Google Sans Text"/>
                  </a:rPr>
                  <a:t>:</a:t>
                </a:r>
                <a:endParaRPr lang="es-ES" altLang="es-ES" sz="1800" dirty="0">
                  <a:latin typeface="Google Sans Text"/>
                </a:endParaRPr>
              </a:p>
              <a:p>
                <a:pPr marL="457200" lvl="1" indent="0">
                  <a:lnSpc>
                    <a:spcPct val="100000"/>
                  </a:lnSpc>
                  <a:buFontTx/>
                  <a:buChar char="•"/>
                </a:pPr>
                <a:r>
                  <a:rPr lang="es-ES" altLang="es-ES" sz="1800" b="1" dirty="0" err="1">
                    <a:latin typeface="Google Sans Text"/>
                  </a:rPr>
                  <a:t>Labeling</a:t>
                </a:r>
                <a:r>
                  <a:rPr lang="es-ES" altLang="es-ES" sz="1800" b="1" dirty="0">
                    <a:latin typeface="Google Sans Text"/>
                  </a:rPr>
                  <a:t>:</a:t>
                </a:r>
                <a:r>
                  <a:rPr lang="es-ES" altLang="es-ES" sz="1800" dirty="0">
                    <a:latin typeface="Google Sans Text"/>
                  </a:rPr>
                  <a:t> </a:t>
                </a:r>
                <a:r>
                  <a:rPr lang="es-ES" altLang="es-ES" sz="1800" dirty="0" err="1">
                    <a:latin typeface="Google Sans Text"/>
                  </a:rPr>
                  <a:t>Returns</a:t>
                </a:r>
                <a:r>
                  <a:rPr lang="es-ES" altLang="es-ES" sz="1800" dirty="0">
                    <a:latin typeface="Google Sans Text"/>
                  </a:rPr>
                  <a:t> </a:t>
                </a:r>
                <a:r>
                  <a:rPr lang="es-ES" altLang="es-ES" sz="1800" dirty="0" err="1">
                    <a:latin typeface="Google Sans Text"/>
                  </a:rPr>
                  <a:t>labeled</a:t>
                </a:r>
                <a:r>
                  <a:rPr lang="es-ES" altLang="es-ES" sz="1800" dirty="0">
                    <a:latin typeface="Google Sans Text"/>
                  </a:rPr>
                  <a:t> as Up (+1), Down (-1), </a:t>
                </a:r>
                <a:r>
                  <a:rPr lang="es-ES" altLang="es-ES" sz="1800" dirty="0" err="1">
                    <a:latin typeface="Google Sans Text"/>
                  </a:rPr>
                  <a:t>or</a:t>
                </a:r>
                <a:r>
                  <a:rPr lang="es-ES" altLang="es-ES" sz="1800" dirty="0">
                    <a:latin typeface="Google Sans Text"/>
                  </a:rPr>
                  <a:t> Neutral (0) .</a:t>
                </a:r>
              </a:p>
              <a:p>
                <a:pPr marL="457200" lvl="1" indent="0">
                  <a:lnSpc>
                    <a:spcPct val="100000"/>
                  </a:lnSpc>
                  <a:buFontTx/>
                  <a:buChar char="•"/>
                </a:pPr>
                <a:r>
                  <a:rPr lang="es-ES" altLang="es-ES" sz="1800" b="1" dirty="0" err="1">
                    <a:latin typeface="Google Sans Text"/>
                  </a:rPr>
                  <a:t>Distance</a:t>
                </a:r>
                <a:r>
                  <a:rPr lang="es-ES" altLang="es-ES" sz="1800" b="1" dirty="0">
                    <a:latin typeface="Google Sans Text"/>
                  </a:rPr>
                  <a:t>:</a:t>
                </a:r>
                <a:r>
                  <a:rPr lang="es-ES" altLang="es-ES" sz="1800" dirty="0">
                    <a:latin typeface="Google Sans Text"/>
                  </a:rPr>
                  <a:t> </a:t>
                </a:r>
                <a:r>
                  <a:rPr lang="es-ES" altLang="es-ES" sz="1800" dirty="0" err="1">
                    <a:latin typeface="Google Sans Text"/>
                  </a:rPr>
                  <a:t>Calculate</a:t>
                </a:r>
                <a:r>
                  <a:rPr lang="es-ES" altLang="es-ES" sz="1800" dirty="0">
                    <a:latin typeface="Google Sans Text"/>
                  </a:rPr>
                  <a:t> Manhattan </a:t>
                </a:r>
                <a:r>
                  <a:rPr lang="es-ES" altLang="es-ES" sz="1800" dirty="0" err="1">
                    <a:latin typeface="Google Sans Text"/>
                  </a:rPr>
                  <a:t>distance</a:t>
                </a:r>
                <a:r>
                  <a:rPr lang="es-ES" altLang="es-ES" sz="1800" dirty="0">
                    <a:latin typeface="Google Sans Text"/>
                  </a:rPr>
                  <a:t> </a:t>
                </a:r>
                <a:r>
                  <a:rPr lang="es-ES" altLang="es-ES" sz="1800" dirty="0" err="1">
                    <a:latin typeface="Google Sans Text"/>
                  </a:rPr>
                  <a:t>between</a:t>
                </a:r>
                <a:r>
                  <a:rPr lang="es-ES" altLang="es-ES" sz="1800" dirty="0">
                    <a:latin typeface="Google Sans Text"/>
                  </a:rPr>
                  <a:t> </a:t>
                </a:r>
                <a:r>
                  <a:rPr lang="es-ES" altLang="es-ES" sz="1800" dirty="0" err="1">
                    <a:latin typeface="Google Sans Text"/>
                  </a:rPr>
                  <a:t>label</a:t>
                </a:r>
                <a:r>
                  <a:rPr lang="es-ES" altLang="es-ES" sz="1800" dirty="0">
                    <a:latin typeface="Google Sans Text"/>
                  </a:rPr>
                  <a:t> </a:t>
                </a:r>
                <a:r>
                  <a:rPr lang="es-ES" altLang="es-ES" sz="1800" dirty="0" err="1">
                    <a:latin typeface="Google Sans Text"/>
                  </a:rPr>
                  <a:t>sequences</a:t>
                </a:r>
                <a:r>
                  <a:rPr lang="es-ES" altLang="es-ES" sz="1800" dirty="0">
                    <a:latin typeface="Google Sans Text"/>
                  </a:rPr>
                  <a:t> </a:t>
                </a:r>
                <a:r>
                  <a:rPr lang="es-ES" altLang="es-ES" sz="1800" dirty="0" err="1">
                    <a:latin typeface="Google Sans Text"/>
                  </a:rPr>
                  <a:t>over</a:t>
                </a:r>
                <a:r>
                  <a:rPr lang="es-ES" altLang="es-ES" sz="1800" dirty="0">
                    <a:latin typeface="Google Sans Text"/>
                  </a:rPr>
                  <a:t> a </a:t>
                </a:r>
                <a:r>
                  <a:rPr lang="es-ES" altLang="es-ES" sz="1800" dirty="0" err="1">
                    <a:latin typeface="Google Sans Text"/>
                  </a:rPr>
                  <a:t>rolling</a:t>
                </a:r>
                <a:r>
                  <a:rPr lang="es-ES" altLang="es-ES" sz="1800" dirty="0">
                    <a:latin typeface="Google Sans Text"/>
                  </a:rPr>
                  <a:t> </a:t>
                </a:r>
                <a:r>
                  <a:rPr lang="es-ES" altLang="es-ES" sz="1800" dirty="0" err="1">
                    <a:latin typeface="Google Sans Text"/>
                  </a:rPr>
                  <a:t>window</a:t>
                </a:r>
                <a14:m>
                  <m:oMath xmlns:m="http://schemas.openxmlformats.org/officeDocument/2006/math">
                    <m:r>
                      <a:rPr lang="fr-FR" altLang="es-ES" sz="1800" b="0" i="0" smtClean="0">
                        <a:latin typeface="Cambria Math" panose="02040503050406030204" pitchFamily="18" charset="0"/>
                        <a:ea typeface="Cambria Math" panose="02040503050406030204" pitchFamily="18" charset="0"/>
                      </a:rPr>
                      <m:t> </m:t>
                    </m:r>
                    <m:r>
                      <a:rPr lang="es-ES" altLang="es-ES" sz="1800" i="1" smtClean="0">
                        <a:latin typeface="Cambria Math" panose="02040503050406030204" pitchFamily="18" charset="0"/>
                        <a:ea typeface="Cambria Math" panose="02040503050406030204" pitchFamily="18" charset="0"/>
                      </a:rPr>
                      <m:t>∆</m:t>
                    </m:r>
                    <m:r>
                      <a:rPr lang="fr-FR" altLang="es-ES" sz="1800" b="0" i="1" smtClean="0">
                        <a:latin typeface="Cambria Math" panose="02040503050406030204" pitchFamily="18" charset="0"/>
                        <a:ea typeface="Cambria Math" panose="02040503050406030204" pitchFamily="18" charset="0"/>
                      </a:rPr>
                      <m:t>𝑡</m:t>
                    </m:r>
                  </m:oMath>
                </a14:m>
                <a:endParaRPr lang="es-ES" altLang="es-ES" sz="1800" dirty="0">
                  <a:latin typeface="Google Sans Text"/>
                </a:endParaRPr>
              </a:p>
              <a:p>
                <a:pPr marL="457200" lvl="1" indent="0">
                  <a:lnSpc>
                    <a:spcPct val="100000"/>
                  </a:lnSpc>
                  <a:buFontTx/>
                  <a:buChar char="•"/>
                </a:pPr>
                <a:r>
                  <a:rPr lang="es-ES" altLang="es-ES" sz="1800" b="1" dirty="0" err="1">
                    <a:latin typeface="Google Sans Text"/>
                  </a:rPr>
                  <a:t>Evolution</a:t>
                </a:r>
                <a:r>
                  <a:rPr lang="es-ES" altLang="es-ES" sz="1800" b="1" dirty="0">
                    <a:latin typeface="Google Sans Text"/>
                  </a:rPr>
                  <a:t>:</a:t>
                </a:r>
                <a:r>
                  <a:rPr lang="es-ES" altLang="es-ES" sz="1800" dirty="0">
                    <a:latin typeface="Google Sans Text"/>
                  </a:rPr>
                  <a:t> </a:t>
                </a:r>
                <a:r>
                  <a:rPr lang="es-ES" altLang="es-ES" sz="1800" dirty="0" err="1">
                    <a:latin typeface="Google Sans Text"/>
                  </a:rPr>
                  <a:t>Edges</a:t>
                </a:r>
                <a:r>
                  <a:rPr lang="es-ES" altLang="es-ES" sz="1800" dirty="0">
                    <a:latin typeface="Google Sans Text"/>
                  </a:rPr>
                  <a:t> </a:t>
                </a:r>
                <a:r>
                  <a:rPr lang="es-ES" altLang="es-ES" sz="1800" dirty="0" err="1">
                    <a:latin typeface="Google Sans Text"/>
                  </a:rPr>
                  <a:t>form</a:t>
                </a:r>
                <a:r>
                  <a:rPr lang="es-ES" altLang="es-ES" sz="1800" dirty="0">
                    <a:latin typeface="Google Sans Text"/>
                  </a:rPr>
                  <a:t> </a:t>
                </a:r>
                <a:r>
                  <a:rPr lang="es-ES" altLang="es-ES" sz="1800" dirty="0" err="1">
                    <a:latin typeface="Google Sans Text"/>
                  </a:rPr>
                  <a:t>dynamically</a:t>
                </a:r>
                <a:r>
                  <a:rPr lang="es-ES" altLang="es-ES" sz="1800" dirty="0">
                    <a:latin typeface="Google Sans Text"/>
                  </a:rPr>
                  <a:t> </a:t>
                </a:r>
                <a:r>
                  <a:rPr lang="es-ES" altLang="es-ES" sz="1800" dirty="0" err="1">
                    <a:latin typeface="Google Sans Text"/>
                  </a:rPr>
                  <a:t>when</a:t>
                </a:r>
                <a:r>
                  <a:rPr lang="es-ES" altLang="es-ES" sz="1800" dirty="0">
                    <a:latin typeface="Google Sans Text"/>
                  </a:rPr>
                  <a:t> </a:t>
                </a:r>
                <a:r>
                  <a:rPr lang="es-ES" altLang="es-ES" sz="1800" dirty="0" err="1">
                    <a:latin typeface="Google Sans Text"/>
                  </a:rPr>
                  <a:t>movement</a:t>
                </a:r>
                <a:r>
                  <a:rPr lang="es-ES" altLang="es-ES" sz="1800" dirty="0">
                    <a:latin typeface="Google Sans Text"/>
                  </a:rPr>
                  <a:t> </a:t>
                </a:r>
                <a:r>
                  <a:rPr lang="es-ES" altLang="es-ES" sz="1800" dirty="0" err="1">
                    <a:latin typeface="Google Sans Text"/>
                  </a:rPr>
                  <a:t>patterns</a:t>
                </a:r>
                <a:r>
                  <a:rPr lang="es-ES" altLang="es-ES" sz="1800" dirty="0">
                    <a:latin typeface="Google Sans Text"/>
                  </a:rPr>
                  <a:t> </a:t>
                </a:r>
                <a:r>
                  <a:rPr lang="es-ES" altLang="es-ES" sz="1800" dirty="0" err="1">
                    <a:latin typeface="Google Sans Text"/>
                  </a:rPr>
                  <a:t>align</a:t>
                </a:r>
                <a:r>
                  <a:rPr lang="es-ES" altLang="es-ES" sz="1800" dirty="0">
                    <a:latin typeface="Google Sans Text"/>
                  </a:rPr>
                  <a:t>.</a:t>
                </a:r>
              </a:p>
              <a:p>
                <a:endParaRPr lang="es-ES" dirty="0"/>
              </a:p>
            </p:txBody>
          </p:sp>
        </mc:Choice>
        <mc:Fallback xmlns="">
          <p:sp>
            <p:nvSpPr>
              <p:cNvPr id="2" name="Marcador de contenido 1">
                <a:extLst>
                  <a:ext uri="{FF2B5EF4-FFF2-40B4-BE49-F238E27FC236}">
                    <a16:creationId xmlns:a16="http://schemas.microsoft.com/office/drawing/2014/main" id="{C3D1B5A5-26F2-F7D1-5DED-6FB0FA5471CB}"/>
                  </a:ext>
                </a:extLst>
              </p:cNvPr>
              <p:cNvSpPr>
                <a:spLocks noGrp="1" noRot="1" noChangeAspect="1" noMove="1" noResize="1" noEditPoints="1" noAdjustHandles="1" noChangeArrowheads="1" noChangeShapeType="1" noTextEdit="1"/>
              </p:cNvSpPr>
              <p:nvPr>
                <p:ph idx="1"/>
              </p:nvPr>
            </p:nvSpPr>
            <p:spPr>
              <a:blipFill>
                <a:blip r:embed="rId2"/>
                <a:stretch>
                  <a:fillRect l="-1648" t="-2289"/>
                </a:stretch>
              </a:blipFill>
            </p:spPr>
            <p:txBody>
              <a:bodyPr/>
              <a:lstStyle/>
              <a:p>
                <a:r>
                  <a:rPr lang="es-ES">
                    <a:noFill/>
                  </a:rPr>
                  <a:t> </a:t>
                </a:r>
              </a:p>
            </p:txBody>
          </p:sp>
        </mc:Fallback>
      </mc:AlternateContent>
      <p:sp>
        <p:nvSpPr>
          <p:cNvPr id="3" name="Marcador de número de diapositiva 2">
            <a:extLst>
              <a:ext uri="{FF2B5EF4-FFF2-40B4-BE49-F238E27FC236}">
                <a16:creationId xmlns:a16="http://schemas.microsoft.com/office/drawing/2014/main" id="{D38AD19D-F9F6-20C6-7F7E-55AB7D2A2D44}"/>
              </a:ext>
            </a:extLst>
          </p:cNvPr>
          <p:cNvSpPr>
            <a:spLocks noGrp="1"/>
          </p:cNvSpPr>
          <p:nvPr>
            <p:ph type="sldNum" sz="quarter" idx="11"/>
          </p:nvPr>
        </p:nvSpPr>
        <p:spPr/>
        <p:txBody>
          <a:bodyPr/>
          <a:lstStyle/>
          <a:p>
            <a:fld id="{CE58CB1E-F828-4F11-99E0-327109AF9DA4}" type="slidenum">
              <a:rPr lang="de-DE" smtClean="0"/>
              <a:pPr/>
              <a:t>8</a:t>
            </a:fld>
            <a:endParaRPr lang="de-DE" dirty="0"/>
          </a:p>
        </p:txBody>
      </p:sp>
      <p:sp>
        <p:nvSpPr>
          <p:cNvPr id="4" name="Marcador de pie de página 3">
            <a:extLst>
              <a:ext uri="{FF2B5EF4-FFF2-40B4-BE49-F238E27FC236}">
                <a16:creationId xmlns:a16="http://schemas.microsoft.com/office/drawing/2014/main" id="{A5423D84-B56B-8AA1-127C-D510A952E429}"/>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ítulo 4">
            <a:extLst>
              <a:ext uri="{FF2B5EF4-FFF2-40B4-BE49-F238E27FC236}">
                <a16:creationId xmlns:a16="http://schemas.microsoft.com/office/drawing/2014/main" id="{6CA70B95-8F1E-2394-6511-4CE50BA58ABC}"/>
              </a:ext>
            </a:extLst>
          </p:cNvPr>
          <p:cNvSpPr>
            <a:spLocks noGrp="1"/>
          </p:cNvSpPr>
          <p:nvPr>
            <p:ph type="title"/>
          </p:nvPr>
        </p:nvSpPr>
        <p:spPr/>
        <p:txBody>
          <a:bodyPr/>
          <a:lstStyle/>
          <a:p>
            <a:r>
              <a:rPr lang="es-ES" dirty="0" err="1"/>
              <a:t>Graph</a:t>
            </a:r>
            <a:r>
              <a:rPr lang="es-ES" dirty="0"/>
              <a:t> </a:t>
            </a:r>
            <a:r>
              <a:rPr lang="es-ES" dirty="0" err="1"/>
              <a:t>Construction</a:t>
            </a:r>
            <a:r>
              <a:rPr lang="es-ES" dirty="0"/>
              <a:t> 2 - Dynamic Manhattan </a:t>
            </a:r>
            <a:r>
              <a:rPr lang="es-ES" dirty="0" err="1"/>
              <a:t>Graph</a:t>
            </a:r>
            <a:endParaRPr lang="es-ES" dirty="0"/>
          </a:p>
        </p:txBody>
      </p:sp>
      <p:sp>
        <p:nvSpPr>
          <p:cNvPr id="6" name="Rectangle 1">
            <a:extLst>
              <a:ext uri="{FF2B5EF4-FFF2-40B4-BE49-F238E27FC236}">
                <a16:creationId xmlns:a16="http://schemas.microsoft.com/office/drawing/2014/main" id="{7F945082-6DD6-72BA-AED3-ECC24F7117A8}"/>
              </a:ext>
            </a:extLst>
          </p:cNvPr>
          <p:cNvSpPr>
            <a:spLocks noChangeArrowheads="1"/>
          </p:cNvSpPr>
          <p:nvPr/>
        </p:nvSpPr>
        <p:spPr bwMode="auto">
          <a:xfrm>
            <a:off x="0" y="-300082"/>
            <a:ext cx="184731"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283E91B4-A301-71B2-F46A-2C3649E48762}"/>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396839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6674424-11F0-DDC0-C2FC-64DFA78D3567}"/>
              </a:ext>
            </a:extLst>
          </p:cNvPr>
          <p:cNvSpPr>
            <a:spLocks noGrp="1"/>
          </p:cNvSpPr>
          <p:nvPr>
            <p:ph type="sldNum" sz="quarter" idx="11"/>
          </p:nvPr>
        </p:nvSpPr>
        <p:spPr/>
        <p:txBody>
          <a:bodyPr/>
          <a:lstStyle/>
          <a:p>
            <a:fld id="{CE58CB1E-F828-4F11-99E0-327109AF9DA4}" type="slidenum">
              <a:rPr lang="de-DE" smtClean="0"/>
              <a:pPr/>
              <a:t>9</a:t>
            </a:fld>
            <a:endParaRPr lang="de-DE" dirty="0"/>
          </a:p>
        </p:txBody>
      </p:sp>
      <p:sp>
        <p:nvSpPr>
          <p:cNvPr id="4" name="Marcador de pie de página 3">
            <a:extLst>
              <a:ext uri="{FF2B5EF4-FFF2-40B4-BE49-F238E27FC236}">
                <a16:creationId xmlns:a16="http://schemas.microsoft.com/office/drawing/2014/main" id="{C2499AD1-CE88-7994-EFBB-364447C6DE32}"/>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ítulo 4">
            <a:extLst>
              <a:ext uri="{FF2B5EF4-FFF2-40B4-BE49-F238E27FC236}">
                <a16:creationId xmlns:a16="http://schemas.microsoft.com/office/drawing/2014/main" id="{6DE3B030-D37F-7E44-2E12-7F87622018DA}"/>
              </a:ext>
            </a:extLst>
          </p:cNvPr>
          <p:cNvSpPr>
            <a:spLocks noGrp="1"/>
          </p:cNvSpPr>
          <p:nvPr>
            <p:ph type="title"/>
          </p:nvPr>
        </p:nvSpPr>
        <p:spPr/>
        <p:txBody>
          <a:bodyPr/>
          <a:lstStyle/>
          <a:p>
            <a:r>
              <a:rPr lang="es-ES" dirty="0"/>
              <a:t>Experimental </a:t>
            </a:r>
            <a:r>
              <a:rPr lang="es-ES" dirty="0" err="1"/>
              <a:t>Setup</a:t>
            </a:r>
            <a:endParaRPr lang="es-ES" dirty="0"/>
          </a:p>
        </p:txBody>
      </p:sp>
      <p:sp>
        <p:nvSpPr>
          <p:cNvPr id="6" name="Rectangle 1">
            <a:extLst>
              <a:ext uri="{FF2B5EF4-FFF2-40B4-BE49-F238E27FC236}">
                <a16:creationId xmlns:a16="http://schemas.microsoft.com/office/drawing/2014/main" id="{80635B93-191B-8BB6-F92E-B8EA93C2311F}"/>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a:ln>
                  <a:noFill/>
                </a:ln>
                <a:solidFill>
                  <a:schemeClr val="tx1"/>
                </a:solidFill>
                <a:effectLst/>
                <a:latin typeface="Arial" panose="020B0604020202020204" pitchFamily="34" charset="0"/>
              </a:rPr>
              <a:t>Data:</a:t>
            </a:r>
            <a:r>
              <a:rPr kumimoji="0" lang="es-ES" altLang="es-ES" sz="1800" b="0" i="0" u="none" strike="noStrike" cap="none" normalizeH="0" baseline="0">
                <a:ln>
                  <a:noFill/>
                </a:ln>
                <a:solidFill>
                  <a:schemeClr val="tx1"/>
                </a:solidFill>
                <a:effectLst/>
                <a:latin typeface="Arial" panose="020B0604020202020204" pitchFamily="34" charset="0"/>
              </a:rPr>
              <a:t> S&amp;P100 vs. Top Cryptocurrencies.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a:ln>
                  <a:noFill/>
                </a:ln>
                <a:solidFill>
                  <a:schemeClr val="tx1"/>
                </a:solidFill>
                <a:effectLst/>
                <a:latin typeface="Arial" panose="020B0604020202020204" pitchFamily="34" charset="0"/>
              </a:rPr>
              <a:t>Preprocessing:</a:t>
            </a:r>
            <a:endParaRPr kumimoji="0" lang="es-ES" altLang="es-E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0" i="0" u="none" strike="noStrike" cap="none" normalizeH="0" baseline="0">
                <a:ln>
                  <a:noFill/>
                </a:ln>
                <a:solidFill>
                  <a:schemeClr val="tx1"/>
                </a:solidFill>
                <a:effectLst/>
                <a:latin typeface="Arial" panose="020B0604020202020204" pitchFamily="34" charset="0"/>
              </a:rPr>
              <a:t>Discretization of returns into 3 classes (Up/Down/Neutral) to reduce noise.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a:ln>
                  <a:noFill/>
                </a:ln>
                <a:solidFill>
                  <a:schemeClr val="tx1"/>
                </a:solidFill>
                <a:effectLst/>
                <a:latin typeface="Arial" panose="020B0604020202020204" pitchFamily="34" charset="0"/>
              </a:rPr>
              <a:t>Metrics:</a:t>
            </a:r>
            <a:r>
              <a:rPr kumimoji="0" lang="es-ES" altLang="es-ES" sz="1800" b="0" i="0" u="none" strike="noStrike" cap="none" normalizeH="0" baseline="0">
                <a:ln>
                  <a:noFill/>
                </a:ln>
                <a:solidFill>
                  <a:schemeClr val="tx1"/>
                </a:solidFill>
                <a:effectLst/>
                <a:latin typeface="Arial" panose="020B0604020202020204" pitchFamily="34" charset="0"/>
              </a:rPr>
              <a:t> Accuracy, Precision, Recall.</a:t>
            </a:r>
          </a:p>
        </p:txBody>
      </p:sp>
    </p:spTree>
    <p:extLst>
      <p:ext uri="{BB962C8B-B14F-4D97-AF65-F5344CB8AC3E}">
        <p14:creationId xmlns:p14="http://schemas.microsoft.com/office/powerpoint/2010/main" val="3457488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3D495A6-C195-7954-2B3A-4033AA37321F}"/>
              </a:ext>
            </a:extLst>
          </p:cNvPr>
          <p:cNvSpPr>
            <a:spLocks noGrp="1"/>
          </p:cNvSpPr>
          <p:nvPr>
            <p:ph type="sldNum" sz="quarter" idx="11"/>
          </p:nvPr>
        </p:nvSpPr>
        <p:spPr/>
        <p:txBody>
          <a:bodyPr/>
          <a:lstStyle/>
          <a:p>
            <a:fld id="{CE58CB1E-F828-4F11-99E0-327109AF9DA4}" type="slidenum">
              <a:rPr lang="de-DE" smtClean="0"/>
              <a:pPr/>
              <a:t>10</a:t>
            </a:fld>
            <a:endParaRPr lang="de-DE" dirty="0"/>
          </a:p>
        </p:txBody>
      </p:sp>
      <p:sp>
        <p:nvSpPr>
          <p:cNvPr id="4" name="Marcador de pie de página 3">
            <a:extLst>
              <a:ext uri="{FF2B5EF4-FFF2-40B4-BE49-F238E27FC236}">
                <a16:creationId xmlns:a16="http://schemas.microsoft.com/office/drawing/2014/main" id="{993C2A32-A78D-080A-8FD3-5876D6ECB417}"/>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ítulo 4">
            <a:extLst>
              <a:ext uri="{FF2B5EF4-FFF2-40B4-BE49-F238E27FC236}">
                <a16:creationId xmlns:a16="http://schemas.microsoft.com/office/drawing/2014/main" id="{29031130-203D-237D-3CC0-F15AED15CA0D}"/>
              </a:ext>
            </a:extLst>
          </p:cNvPr>
          <p:cNvSpPr>
            <a:spLocks noGrp="1"/>
          </p:cNvSpPr>
          <p:nvPr>
            <p:ph type="title"/>
          </p:nvPr>
        </p:nvSpPr>
        <p:spPr/>
        <p:txBody>
          <a:bodyPr/>
          <a:lstStyle/>
          <a:p>
            <a:r>
              <a:rPr lang="es-ES" dirty="0" err="1"/>
              <a:t>Preliminary</a:t>
            </a:r>
            <a:r>
              <a:rPr lang="es-ES" dirty="0"/>
              <a:t> </a:t>
            </a:r>
            <a:r>
              <a:rPr lang="es-ES" dirty="0" err="1"/>
              <a:t>Results</a:t>
            </a:r>
            <a:endParaRPr lang="es-ES" dirty="0"/>
          </a:p>
        </p:txBody>
      </p:sp>
      <p:sp>
        <p:nvSpPr>
          <p:cNvPr id="6" name="Rectangle 1">
            <a:extLst>
              <a:ext uri="{FF2B5EF4-FFF2-40B4-BE49-F238E27FC236}">
                <a16:creationId xmlns:a16="http://schemas.microsoft.com/office/drawing/2014/main" id="{A8E62F68-77B9-A3D7-6049-6D0DB863BF99}"/>
              </a:ext>
            </a:extLst>
          </p:cNvPr>
          <p:cNvSpPr>
            <a:spLocks noGrp="1" noChangeArrowheads="1"/>
          </p:cNvSpPr>
          <p:nvPr>
            <p:ph idx="1"/>
          </p:nvPr>
        </p:nvSpPr>
        <p:spPr bwMode="auto">
          <a:xfrm>
            <a:off x="319090" y="2077250"/>
            <a:ext cx="818377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Baseline</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Random</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guess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for</a:t>
            </a:r>
            <a:r>
              <a:rPr kumimoji="0" lang="es-ES" altLang="es-ES" sz="1800" b="0" i="0" u="none" strike="noStrike" cap="none" normalizeH="0" baseline="0" dirty="0">
                <a:ln>
                  <a:noFill/>
                </a:ln>
                <a:solidFill>
                  <a:schemeClr val="tx1"/>
                </a:solidFill>
                <a:effectLst/>
                <a:latin typeface="Arial" panose="020B0604020202020204" pitchFamily="34" charset="0"/>
              </a:rPr>
              <a:t> 3 </a:t>
            </a:r>
            <a:r>
              <a:rPr kumimoji="0" lang="es-ES" altLang="es-ES" sz="1800" b="0" i="0" u="none" strike="noStrike" cap="none" normalizeH="0" baseline="0" dirty="0" err="1">
                <a:ln>
                  <a:noFill/>
                </a:ln>
                <a:solidFill>
                  <a:schemeClr val="tx1"/>
                </a:solidFill>
                <a:effectLst/>
                <a:latin typeface="Arial" panose="020B0604020202020204" pitchFamily="34" charset="0"/>
              </a:rPr>
              <a:t>classes</a:t>
            </a:r>
            <a:r>
              <a:rPr kumimoji="0" lang="es-ES" altLang="es-ES" sz="1800" b="0" i="0" u="none" strike="noStrike" cap="none" normalizeH="0" baseline="0" dirty="0">
                <a:ln>
                  <a:noFill/>
                </a:ln>
                <a:solidFill>
                  <a:schemeClr val="tx1"/>
                </a:solidFill>
                <a:effectLst/>
                <a:latin typeface="Arial" panose="020B0604020202020204" pitchFamily="34" charset="0"/>
              </a:rPr>
              <a:t> = </a:t>
            </a:r>
            <a:r>
              <a:rPr kumimoji="0" lang="es-ES" altLang="es-ES" sz="1800" b="1" i="0" u="none" strike="noStrike" cap="none" normalizeH="0" baseline="0" dirty="0">
                <a:ln>
                  <a:noFill/>
                </a:ln>
                <a:solidFill>
                  <a:schemeClr val="tx1"/>
                </a:solidFill>
                <a:effectLst/>
                <a:latin typeface="Arial" panose="020B0604020202020204" pitchFamily="34" charset="0"/>
              </a:rPr>
              <a:t>33.3%</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Current</a:t>
            </a:r>
            <a:r>
              <a:rPr kumimoji="0" lang="es-ES" altLang="es-ES" sz="1800" b="1" i="0" u="none" strike="noStrike" cap="none" normalizeH="0" baseline="0" dirty="0">
                <a:ln>
                  <a:noFill/>
                </a:ln>
                <a:solidFill>
                  <a:schemeClr val="tx1"/>
                </a:solidFill>
                <a:effectLst/>
                <a:latin typeface="Arial" panose="020B0604020202020204" pitchFamily="34" charset="0"/>
              </a:rPr>
              <a:t> Performance: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Model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achieves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a:ln>
                  <a:noFill/>
                </a:ln>
                <a:solidFill>
                  <a:schemeClr val="tx1"/>
                </a:solidFill>
                <a:effectLst/>
                <a:latin typeface="Arial" panose="020B0604020202020204" pitchFamily="34" charset="0"/>
              </a:rPr>
              <a:t>~38% </a:t>
            </a:r>
            <a:r>
              <a:rPr kumimoji="0" lang="es-ES" altLang="es-ES" sz="1800" b="1" i="0" u="none" strike="noStrike" cap="none" normalizeH="0" baseline="0" dirty="0" err="1">
                <a:ln>
                  <a:noFill/>
                </a:ln>
                <a:solidFill>
                  <a:schemeClr val="tx1"/>
                </a:solidFill>
                <a:effectLst/>
                <a:latin typeface="Arial" panose="020B0604020202020204" pitchFamily="34" charset="0"/>
              </a:rPr>
              <a:t>Accuracy</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0" i="1" u="none" strike="noStrike" cap="none" normalizeH="0" baseline="0" dirty="0" err="1">
                <a:ln>
                  <a:noFill/>
                </a:ln>
                <a:solidFill>
                  <a:schemeClr val="tx1"/>
                </a:solidFill>
                <a:effectLst/>
                <a:latin typeface="Arial" panose="020B0604020202020204" pitchFamily="34" charset="0"/>
              </a:rPr>
              <a:t>Interpretation</a:t>
            </a:r>
            <a:r>
              <a:rPr kumimoji="0" lang="es-ES" altLang="es-ES" sz="1800" b="0" i="1"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 </a:t>
            </a:r>
            <a:r>
              <a:rPr kumimoji="0" lang="es-ES" altLang="es-ES" sz="1800" b="1" i="0" u="none" strike="noStrike" cap="none" normalizeH="0" baseline="0" dirty="0">
                <a:ln>
                  <a:noFill/>
                </a:ln>
                <a:solidFill>
                  <a:schemeClr val="tx1"/>
                </a:solidFill>
                <a:effectLst/>
                <a:latin typeface="Arial" panose="020B0604020202020204" pitchFamily="34" charset="0"/>
              </a:rPr>
              <a:t>+4.7% </a:t>
            </a:r>
            <a:r>
              <a:rPr kumimoji="0" lang="es-ES" altLang="es-ES" sz="1800" b="1" i="0" u="none" strike="noStrike" cap="none" normalizeH="0" baseline="0" dirty="0" err="1">
                <a:ln>
                  <a:noFill/>
                </a:ln>
                <a:solidFill>
                  <a:schemeClr val="tx1"/>
                </a:solidFill>
                <a:effectLst/>
                <a:latin typeface="Arial" panose="020B0604020202020204" pitchFamily="34" charset="0"/>
              </a:rPr>
              <a:t>edge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over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random</a:t>
            </a:r>
            <a:r>
              <a:rPr kumimoji="0" lang="es-ES" altLang="es-ES" sz="1800" b="0" i="0" u="none" strike="noStrike" cap="none" normalizeH="0" baseline="0" dirty="0">
                <a:ln>
                  <a:noFill/>
                </a:ln>
                <a:solidFill>
                  <a:schemeClr val="tx1"/>
                </a:solidFill>
                <a:effectLst/>
                <a:latin typeface="Arial" panose="020B0604020202020204" pitchFamily="34" charset="0"/>
              </a:rPr>
              <a:t> chance </a:t>
            </a:r>
            <a:r>
              <a:rPr kumimoji="0" lang="es-ES" altLang="es-ES" sz="1800" b="0" i="0" u="none" strike="noStrike" cap="none" normalizeH="0" baseline="0" dirty="0" err="1">
                <a:ln>
                  <a:noFill/>
                </a:ln>
                <a:solidFill>
                  <a:schemeClr val="tx1"/>
                </a:solidFill>
                <a:effectLst/>
                <a:latin typeface="Arial" panose="020B0604020202020204" pitchFamily="34" charset="0"/>
              </a:rPr>
              <a:t>is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statistically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significant</a:t>
            </a:r>
            <a:r>
              <a:rPr kumimoji="0" lang="es-ES" altLang="es-ES" sz="1800" b="0" i="0" u="none" strike="noStrike" cap="none" normalizeH="0" baseline="0" dirty="0">
                <a:ln>
                  <a:noFill/>
                </a:ln>
                <a:solidFill>
                  <a:schemeClr val="tx1"/>
                </a:solidFill>
                <a:effectLst/>
                <a:latin typeface="Arial" panose="020B0604020202020204" pitchFamily="34" charset="0"/>
              </a:rPr>
              <a:t> in </a:t>
            </a: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err="1">
                <a:ln>
                  <a:noFill/>
                </a:ln>
                <a:solidFill>
                  <a:schemeClr val="tx1"/>
                </a:solidFill>
                <a:effectLst/>
                <a:latin typeface="Arial" panose="020B0604020202020204" pitchFamily="34" charset="0"/>
              </a:rPr>
              <a:t>efficient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markets</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a:ln>
                  <a:noFill/>
                </a:ln>
                <a:solidFill>
                  <a:schemeClr val="tx1"/>
                </a:solidFill>
                <a:effectLst/>
                <a:latin typeface="Arial" panose="020B0604020202020204" pitchFamily="34" charset="0"/>
              </a:rPr>
              <a:t>Comparative </a:t>
            </a:r>
            <a:r>
              <a:rPr kumimoji="0" lang="es-ES" altLang="es-ES" sz="1800" b="1" i="0" u="none" strike="noStrike" cap="none" normalizeH="0" baseline="0" dirty="0" err="1">
                <a:ln>
                  <a:noFill/>
                </a:ln>
                <a:solidFill>
                  <a:schemeClr val="tx1"/>
                </a:solidFill>
                <a:effectLst/>
                <a:latin typeface="Arial" panose="020B0604020202020204" pitchFamily="34" charset="0"/>
              </a:rPr>
              <a:t>Insight</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Discuss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here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if</a:t>
            </a:r>
            <a:r>
              <a:rPr kumimoji="0" lang="es-ES" altLang="es-ES" sz="1800" b="0" i="0" u="none" strike="noStrike" cap="none" normalizeH="0" baseline="0" dirty="0">
                <a:ln>
                  <a:noFill/>
                </a:ln>
                <a:solidFill>
                  <a:schemeClr val="tx1"/>
                </a:solidFill>
                <a:effectLst/>
                <a:latin typeface="Arial" panose="020B0604020202020204" pitchFamily="34" charset="0"/>
              </a:rPr>
              <a:t> MST-GNN </a:t>
            </a:r>
            <a:r>
              <a:rPr kumimoji="0" lang="es-ES" altLang="es-ES" sz="1800" b="0" i="0" u="none" strike="noStrike" cap="none" normalizeH="0" baseline="0" dirty="0" err="1">
                <a:ln>
                  <a:noFill/>
                </a:ln>
                <a:solidFill>
                  <a:schemeClr val="tx1"/>
                </a:solidFill>
                <a:effectLst/>
                <a:latin typeface="Arial" panose="020B0604020202020204" pitchFamily="34" charset="0"/>
              </a:rPr>
              <a:t>outperformed</a:t>
            </a:r>
            <a:r>
              <a:rPr kumimoji="0" lang="es-ES" altLang="es-ES" sz="1800" b="0" i="0" u="none" strike="noStrike" cap="none" normalizeH="0" baseline="0" dirty="0">
                <a:ln>
                  <a:noFill/>
                </a:ln>
                <a:solidFill>
                  <a:schemeClr val="tx1"/>
                </a:solidFill>
                <a:effectLst/>
                <a:latin typeface="Arial" panose="020B0604020202020204" pitchFamily="34" charset="0"/>
              </a:rPr>
              <a:t> T-GCN, </a:t>
            </a:r>
            <a:r>
              <a:rPr kumimoji="0" lang="es-ES" altLang="es-ES" sz="1800" b="0" i="0" u="none" strike="noStrike" cap="none" normalizeH="0" baseline="0" dirty="0" err="1">
                <a:ln>
                  <a:noFill/>
                </a:ln>
                <a:solidFill>
                  <a:schemeClr val="tx1"/>
                </a:solidFill>
                <a:effectLst/>
                <a:latin typeface="Arial" panose="020B0604020202020204" pitchFamily="34" charset="0"/>
              </a:rPr>
              <a:t>or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if</a:t>
            </a:r>
            <a:r>
              <a:rPr kumimoji="0" lang="es-ES" altLang="es-E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err="1">
                <a:ln>
                  <a:noFill/>
                </a:ln>
                <a:solidFill>
                  <a:schemeClr val="tx1"/>
                </a:solidFill>
                <a:effectLst/>
                <a:latin typeface="Arial" panose="020B0604020202020204" pitchFamily="34" charset="0"/>
              </a:rPr>
              <a:t>Static</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outperformed</a:t>
            </a:r>
            <a:r>
              <a:rPr kumimoji="0" lang="es-ES" altLang="es-ES" sz="1800" b="0" i="0" u="none" strike="noStrike" cap="none" normalizeH="0" baseline="0" dirty="0">
                <a:ln>
                  <a:noFill/>
                </a:ln>
                <a:solidFill>
                  <a:schemeClr val="tx1"/>
                </a:solidFill>
                <a:effectLst/>
                <a:latin typeface="Arial" panose="020B0604020202020204" pitchFamily="34" charset="0"/>
              </a:rPr>
              <a:t> Dynamic).</a:t>
            </a:r>
          </a:p>
        </p:txBody>
      </p:sp>
    </p:spTree>
    <p:extLst>
      <p:ext uri="{BB962C8B-B14F-4D97-AF65-F5344CB8AC3E}">
        <p14:creationId xmlns:p14="http://schemas.microsoft.com/office/powerpoint/2010/main" val="790475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81EB6465-C539-D115-E4F8-2BC74158FB34}"/>
              </a:ext>
            </a:extLst>
          </p:cNvPr>
          <p:cNvSpPr>
            <a:spLocks noGrp="1"/>
          </p:cNvSpPr>
          <p:nvPr>
            <p:ph type="sldNum" sz="quarter" idx="11"/>
          </p:nvPr>
        </p:nvSpPr>
        <p:spPr/>
        <p:txBody>
          <a:bodyPr/>
          <a:lstStyle/>
          <a:p>
            <a:fld id="{CE58CB1E-F828-4F11-99E0-327109AF9DA4}" type="slidenum">
              <a:rPr lang="de-DE" smtClean="0"/>
              <a:pPr/>
              <a:t>11</a:t>
            </a:fld>
            <a:endParaRPr lang="de-DE" dirty="0"/>
          </a:p>
        </p:txBody>
      </p:sp>
      <p:sp>
        <p:nvSpPr>
          <p:cNvPr id="4" name="Marcador de pie de página 3">
            <a:extLst>
              <a:ext uri="{FF2B5EF4-FFF2-40B4-BE49-F238E27FC236}">
                <a16:creationId xmlns:a16="http://schemas.microsoft.com/office/drawing/2014/main" id="{644E7140-7219-0745-AEB7-F349114238BE}"/>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ítulo 4">
            <a:extLst>
              <a:ext uri="{FF2B5EF4-FFF2-40B4-BE49-F238E27FC236}">
                <a16:creationId xmlns:a16="http://schemas.microsoft.com/office/drawing/2014/main" id="{0A90EA8B-F160-C94A-4C77-E8DFB51DBA6A}"/>
              </a:ext>
            </a:extLst>
          </p:cNvPr>
          <p:cNvSpPr>
            <a:spLocks noGrp="1"/>
          </p:cNvSpPr>
          <p:nvPr>
            <p:ph type="title"/>
          </p:nvPr>
        </p:nvSpPr>
        <p:spPr/>
        <p:txBody>
          <a:bodyPr/>
          <a:lstStyle/>
          <a:p>
            <a:r>
              <a:rPr lang="es-ES" dirty="0" err="1"/>
              <a:t>Discussion</a:t>
            </a:r>
            <a:r>
              <a:rPr lang="es-ES" dirty="0"/>
              <a:t> - </a:t>
            </a:r>
            <a:r>
              <a:rPr lang="es-ES" dirty="0" err="1"/>
              <a:t>Challenges</a:t>
            </a:r>
            <a:endParaRPr lang="es-ES" dirty="0"/>
          </a:p>
        </p:txBody>
      </p:sp>
      <p:sp>
        <p:nvSpPr>
          <p:cNvPr id="6" name="Rectangle 1">
            <a:extLst>
              <a:ext uri="{FF2B5EF4-FFF2-40B4-BE49-F238E27FC236}">
                <a16:creationId xmlns:a16="http://schemas.microsoft.com/office/drawing/2014/main" id="{73F6C852-27DB-AF63-0F20-521160969960}"/>
              </a:ext>
            </a:extLst>
          </p:cNvPr>
          <p:cNvSpPr>
            <a:spLocks noGrp="1" noChangeArrowheads="1"/>
          </p:cNvSpPr>
          <p:nvPr>
            <p:ph idx="1"/>
          </p:nvPr>
        </p:nvSpPr>
        <p:spPr bwMode="auto">
          <a:xfrm>
            <a:off x="319090" y="2215749"/>
            <a:ext cx="825424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Market</a:t>
            </a:r>
            <a:r>
              <a:rPr kumimoji="0" lang="es-ES" altLang="es-ES" sz="1800" b="1"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err="1">
                <a:ln>
                  <a:noFill/>
                </a:ln>
                <a:solidFill>
                  <a:schemeClr val="tx1"/>
                </a:solidFill>
                <a:effectLst/>
                <a:latin typeface="Arial" panose="020B0604020202020204" pitchFamily="34" charset="0"/>
              </a:rPr>
              <a:t>Efficiency</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Results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align</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with</a:t>
            </a:r>
            <a:r>
              <a:rPr kumimoji="0" lang="es-ES" altLang="es-ES" sz="1800" b="0" i="0" u="none" strike="noStrike" cap="none" normalizeH="0" baseline="0" dirty="0">
                <a:ln>
                  <a:noFill/>
                </a:ln>
                <a:solidFill>
                  <a:schemeClr val="tx1"/>
                </a:solidFill>
                <a:effectLst/>
                <a:latin typeface="Arial" panose="020B0604020202020204" pitchFamily="34" charset="0"/>
              </a:rPr>
              <a:t> AMH; </a:t>
            </a:r>
            <a:r>
              <a:rPr kumimoji="0" lang="es-ES" altLang="es-ES" sz="1800" b="0" i="0" u="none" strike="noStrike" cap="none" normalizeH="0" baseline="0" dirty="0" err="1">
                <a:ln>
                  <a:noFill/>
                </a:ln>
                <a:solidFill>
                  <a:schemeClr val="tx1"/>
                </a:solidFill>
                <a:effectLst/>
                <a:latin typeface="Arial" panose="020B0604020202020204" pitchFamily="34" charset="0"/>
              </a:rPr>
              <a:t>predictability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exists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but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limited</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Class</a:t>
            </a:r>
            <a:r>
              <a:rPr kumimoji="0" lang="es-ES" altLang="es-ES" sz="1800" b="1"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err="1">
                <a:ln>
                  <a:noFill/>
                </a:ln>
                <a:solidFill>
                  <a:schemeClr val="tx1"/>
                </a:solidFill>
                <a:effectLst/>
                <a:latin typeface="Arial" panose="020B0604020202020204" pitchFamily="34" charset="0"/>
              </a:rPr>
              <a:t>Imbalance</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The</a:t>
            </a:r>
            <a:r>
              <a:rPr kumimoji="0" lang="es-ES" altLang="es-ES" sz="1800" b="0" i="0" u="none" strike="noStrike" cap="none" normalizeH="0" baseline="0" dirty="0">
                <a:ln>
                  <a:noFill/>
                </a:ln>
                <a:solidFill>
                  <a:schemeClr val="tx1"/>
                </a:solidFill>
                <a:effectLst/>
                <a:latin typeface="Arial" panose="020B0604020202020204" pitchFamily="34" charset="0"/>
              </a:rPr>
              <a:t> "Neutral" </a:t>
            </a:r>
            <a:r>
              <a:rPr kumimoji="0" lang="es-ES" altLang="es-ES" sz="1800" b="0" i="0" u="none" strike="noStrike" cap="none" normalizeH="0" baseline="0" dirty="0" err="1">
                <a:ln>
                  <a:noFill/>
                </a:ln>
                <a:solidFill>
                  <a:schemeClr val="tx1"/>
                </a:solidFill>
                <a:effectLst/>
                <a:latin typeface="Arial" panose="020B0604020202020204" pitchFamily="34" charset="0"/>
              </a:rPr>
              <a:t>class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dominates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making</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high</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Recall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on</a:t>
            </a:r>
            <a:r>
              <a:rPr kumimoji="0" lang="es-ES" altLang="es-E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a:ln>
                  <a:noFill/>
                </a:ln>
                <a:solidFill>
                  <a:schemeClr val="tx1"/>
                </a:solidFill>
                <a:effectLst/>
                <a:latin typeface="Arial" panose="020B0604020202020204" pitchFamily="34" charset="0"/>
              </a:rPr>
              <a:t>"Up/Down" </a:t>
            </a:r>
            <a:r>
              <a:rPr kumimoji="0" lang="es-ES" altLang="es-ES" sz="1800" b="0" i="0" u="none" strike="noStrike" cap="none" normalizeH="0" baseline="0" dirty="0" err="1">
                <a:ln>
                  <a:noFill/>
                </a:ln>
                <a:solidFill>
                  <a:schemeClr val="tx1"/>
                </a:solidFill>
                <a:effectLst/>
                <a:latin typeface="Arial" panose="020B0604020202020204" pitchFamily="34" charset="0"/>
              </a:rPr>
              <a:t>difficult</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Model</a:t>
            </a:r>
            <a:r>
              <a:rPr kumimoji="0" lang="es-ES" altLang="es-ES" sz="1800" b="1"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err="1">
                <a:ln>
                  <a:noFill/>
                </a:ln>
                <a:solidFill>
                  <a:schemeClr val="tx1"/>
                </a:solidFill>
                <a:effectLst/>
                <a:latin typeface="Arial" panose="020B0604020202020204" pitchFamily="34" charset="0"/>
              </a:rPr>
              <a:t>Complexity</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Did</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the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complex</a:t>
            </a:r>
            <a:r>
              <a:rPr kumimoji="0" lang="es-ES" altLang="es-ES" sz="1800" b="0" i="0" u="none" strike="noStrike" cap="none" normalizeH="0" baseline="0" dirty="0">
                <a:ln>
                  <a:noFill/>
                </a:ln>
                <a:solidFill>
                  <a:schemeClr val="tx1"/>
                </a:solidFill>
                <a:effectLst/>
                <a:latin typeface="Arial" panose="020B0604020202020204" pitchFamily="34" charset="0"/>
              </a:rPr>
              <a:t> MST-GNN </a:t>
            </a:r>
            <a:r>
              <a:rPr kumimoji="0" lang="es-ES" altLang="es-ES" sz="1800" b="0" i="0" u="none" strike="noStrike" cap="none" normalizeH="0" baseline="0" dirty="0" err="1">
                <a:ln>
                  <a:noFill/>
                </a:ln>
                <a:solidFill>
                  <a:schemeClr val="tx1"/>
                </a:solidFill>
                <a:effectLst/>
                <a:latin typeface="Arial" panose="020B0604020202020204" pitchFamily="34" charset="0"/>
              </a:rPr>
              <a:t>justify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the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computational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cost</a:t>
            </a:r>
            <a:r>
              <a:rPr kumimoji="0" lang="es-ES" altLang="es-E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err="1">
                <a:ln>
                  <a:noFill/>
                </a:ln>
                <a:solidFill>
                  <a:schemeClr val="tx1"/>
                </a:solidFill>
                <a:effectLst/>
                <a:latin typeface="Arial" panose="020B0604020202020204" pitchFamily="34" charset="0"/>
              </a:rPr>
              <a:t>over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the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simpler</a:t>
            </a:r>
            <a:r>
              <a:rPr kumimoji="0" lang="es-ES" altLang="es-ES" sz="1800" b="0" i="0" u="none" strike="noStrike" cap="none" normalizeH="0" baseline="0" dirty="0">
                <a:ln>
                  <a:noFill/>
                </a:ln>
                <a:solidFill>
                  <a:schemeClr val="tx1"/>
                </a:solidFill>
                <a:effectLst/>
                <a:latin typeface="Arial" panose="020B0604020202020204" pitchFamily="34" charset="0"/>
              </a:rPr>
              <a:t> T-GCN?</a:t>
            </a:r>
          </a:p>
        </p:txBody>
      </p:sp>
    </p:spTree>
    <p:extLst>
      <p:ext uri="{BB962C8B-B14F-4D97-AF65-F5344CB8AC3E}">
        <p14:creationId xmlns:p14="http://schemas.microsoft.com/office/powerpoint/2010/main" val="1392659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409B592A-359F-7E1C-8642-709D4F1AFC66}"/>
              </a:ext>
            </a:extLst>
          </p:cNvPr>
          <p:cNvSpPr>
            <a:spLocks noGrp="1"/>
          </p:cNvSpPr>
          <p:nvPr>
            <p:ph type="sldNum" sz="quarter" idx="11"/>
          </p:nvPr>
        </p:nvSpPr>
        <p:spPr/>
        <p:txBody>
          <a:bodyPr/>
          <a:lstStyle/>
          <a:p>
            <a:fld id="{CE58CB1E-F828-4F11-99E0-327109AF9DA4}" type="slidenum">
              <a:rPr lang="de-DE" smtClean="0"/>
              <a:pPr/>
              <a:t>12</a:t>
            </a:fld>
            <a:endParaRPr lang="de-DE" dirty="0"/>
          </a:p>
        </p:txBody>
      </p:sp>
      <p:sp>
        <p:nvSpPr>
          <p:cNvPr id="4" name="Marcador de pie de página 3">
            <a:extLst>
              <a:ext uri="{FF2B5EF4-FFF2-40B4-BE49-F238E27FC236}">
                <a16:creationId xmlns:a16="http://schemas.microsoft.com/office/drawing/2014/main" id="{5D866B95-474C-D8D7-BF45-C6347202DCEB}"/>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ítulo 4">
            <a:extLst>
              <a:ext uri="{FF2B5EF4-FFF2-40B4-BE49-F238E27FC236}">
                <a16:creationId xmlns:a16="http://schemas.microsoft.com/office/drawing/2014/main" id="{21C993D7-FA56-D758-5858-0AFA76096FCE}"/>
              </a:ext>
            </a:extLst>
          </p:cNvPr>
          <p:cNvSpPr>
            <a:spLocks noGrp="1"/>
          </p:cNvSpPr>
          <p:nvPr>
            <p:ph type="title"/>
          </p:nvPr>
        </p:nvSpPr>
        <p:spPr/>
        <p:txBody>
          <a:bodyPr/>
          <a:lstStyle/>
          <a:p>
            <a:r>
              <a:rPr lang="es-ES" dirty="0"/>
              <a:t>Future </a:t>
            </a:r>
            <a:r>
              <a:rPr lang="es-ES" dirty="0" err="1"/>
              <a:t>Work</a:t>
            </a:r>
            <a:endParaRPr lang="es-ES" dirty="0"/>
          </a:p>
        </p:txBody>
      </p:sp>
      <p:sp>
        <p:nvSpPr>
          <p:cNvPr id="6" name="Rectangle 1">
            <a:extLst>
              <a:ext uri="{FF2B5EF4-FFF2-40B4-BE49-F238E27FC236}">
                <a16:creationId xmlns:a16="http://schemas.microsoft.com/office/drawing/2014/main" id="{B30D9BB6-EF3F-E564-4F4D-3FA566C45A54}"/>
              </a:ext>
            </a:extLst>
          </p:cNvPr>
          <p:cNvSpPr>
            <a:spLocks noGrp="1" noChangeArrowheads="1"/>
          </p:cNvSpPr>
          <p:nvPr>
            <p:ph idx="1"/>
          </p:nvPr>
        </p:nvSpPr>
        <p:spPr bwMode="auto">
          <a:xfrm>
            <a:off x="319090" y="2377331"/>
            <a:ext cx="7868180"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Google Sans Text"/>
              </a:rPr>
              <a:t>Hyperparameter</a:t>
            </a:r>
            <a:r>
              <a:rPr kumimoji="0" lang="es-ES" altLang="es-ES" sz="1800" b="1" i="0" u="none" strike="noStrike" cap="none" normalizeH="0" baseline="0" dirty="0">
                <a:ln>
                  <a:noFill/>
                </a:ln>
                <a:solidFill>
                  <a:schemeClr val="tx1"/>
                </a:solidFill>
                <a:effectLst/>
                <a:latin typeface="Google Sans Text"/>
              </a:rPr>
              <a:t> </a:t>
            </a:r>
            <a:r>
              <a:rPr kumimoji="0" lang="es-ES" altLang="es-ES" sz="1800" b="1" i="0" u="none" strike="noStrike" cap="none" normalizeH="0" baseline="0" dirty="0" err="1">
                <a:ln>
                  <a:noFill/>
                </a:ln>
                <a:solidFill>
                  <a:schemeClr val="tx1"/>
                </a:solidFill>
                <a:effectLst/>
                <a:latin typeface="Google Sans Text"/>
              </a:rPr>
              <a:t>Tuning</a:t>
            </a:r>
            <a:r>
              <a:rPr kumimoji="0" lang="es-ES" altLang="es-ES" sz="1800" b="1" i="0" u="none" strike="noStrike" cap="none" normalizeH="0" baseline="0" dirty="0">
                <a:ln>
                  <a:noFill/>
                </a:ln>
                <a:solidFill>
                  <a:schemeClr val="tx1"/>
                </a:solidFill>
                <a:effectLst/>
                <a:latin typeface="Google Sans Text"/>
              </a:rPr>
              <a:t>:</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Adjusting</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the</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rolling</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window</a:t>
            </a:r>
            <a:r>
              <a:rPr kumimoji="0" lang="es-ES" altLang="es-ES" sz="1800" b="0" i="0" u="none" strike="noStrike" cap="none" normalizeH="0" baseline="0" dirty="0">
                <a:ln>
                  <a:noFill/>
                </a:ln>
                <a:solidFill>
                  <a:schemeClr val="tx1"/>
                </a:solidFill>
                <a:effectLst/>
                <a:latin typeface="Google Sans Text"/>
              </a:rPr>
              <a:t> </a:t>
            </a:r>
            <a:r>
              <a:rPr kumimoji="0" lang="el-GR" altLang="es-ES" sz="1800" b="0" i="0" u="none" strike="noStrike" cap="none" normalizeH="0" baseline="0" dirty="0">
                <a:ln>
                  <a:noFill/>
                </a:ln>
                <a:solidFill>
                  <a:schemeClr val="tx1"/>
                </a:solidFill>
                <a:effectLst/>
                <a:latin typeface="Google Sans Text"/>
              </a:rPr>
              <a:t>Δ</a:t>
            </a:r>
            <a:r>
              <a:rPr kumimoji="0" lang="fr-FR" altLang="es-ES" sz="1800" b="0" i="0" u="none" strike="noStrike" cap="none" normalizeH="0" baseline="0" dirty="0">
                <a:ln>
                  <a:noFill/>
                </a:ln>
                <a:solidFill>
                  <a:schemeClr val="tx1"/>
                </a:solidFill>
                <a:effectLst/>
                <a:latin typeface="Google Sans Text"/>
              </a:rPr>
              <a:t>t </a:t>
            </a:r>
            <a:r>
              <a:rPr kumimoji="0" lang="es-ES" altLang="es-ES" sz="1800" b="0" i="0" u="none" strike="noStrike" cap="none" normalizeH="0" baseline="0" dirty="0">
                <a:ln>
                  <a:noFill/>
                </a:ln>
                <a:solidFill>
                  <a:schemeClr val="tx1"/>
                </a:solidFill>
                <a:effectLst/>
                <a:latin typeface="Google Sans Text"/>
              </a:rPr>
              <a:t>and </a:t>
            </a: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err="1">
                <a:ln>
                  <a:noFill/>
                </a:ln>
                <a:solidFill>
                  <a:schemeClr val="tx1"/>
                </a:solidFill>
                <a:effectLst/>
                <a:latin typeface="Google Sans Text"/>
              </a:rPr>
              <a:t>correlation</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thresholds</a:t>
            </a:r>
            <a:r>
              <a:rPr kumimoji="0" lang="es-ES" altLang="es-ES" sz="1800" b="0" i="0" u="none" strike="noStrike" cap="none" normalizeH="0" baseline="0" dirty="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Google Sans Text"/>
              </a:rPr>
              <a:t>Graph</a:t>
            </a:r>
            <a:r>
              <a:rPr kumimoji="0" lang="es-ES" altLang="es-ES" sz="1800" b="1" i="0" u="none" strike="noStrike" cap="none" normalizeH="0" baseline="0" dirty="0">
                <a:ln>
                  <a:noFill/>
                </a:ln>
                <a:solidFill>
                  <a:schemeClr val="tx1"/>
                </a:solidFill>
                <a:effectLst/>
                <a:latin typeface="Google Sans Text"/>
              </a:rPr>
              <a:t> </a:t>
            </a:r>
            <a:r>
              <a:rPr kumimoji="0" lang="es-ES" altLang="es-ES" sz="1800" b="1" i="0" u="none" strike="noStrike" cap="none" normalizeH="0" baseline="0" dirty="0" err="1">
                <a:ln>
                  <a:noFill/>
                </a:ln>
                <a:solidFill>
                  <a:schemeClr val="tx1"/>
                </a:solidFill>
                <a:effectLst/>
                <a:latin typeface="Google Sans Text"/>
              </a:rPr>
              <a:t>Enrichment</a:t>
            </a:r>
            <a:r>
              <a:rPr kumimoji="0" lang="es-ES" altLang="es-ES" sz="1800" b="1" i="0" u="none" strike="noStrike" cap="none" normalizeH="0" baseline="0" dirty="0">
                <a:ln>
                  <a:noFill/>
                </a:ln>
                <a:solidFill>
                  <a:schemeClr val="tx1"/>
                </a:solidFill>
                <a:effectLst/>
                <a:latin typeface="Google Sans Text"/>
              </a:rPr>
              <a:t>:</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Incorporating</a:t>
            </a:r>
            <a:r>
              <a:rPr kumimoji="0" lang="es-ES" altLang="es-ES" sz="1800" b="0" i="0" u="none" strike="noStrike" cap="none" normalizeH="0" baseline="0" dirty="0">
                <a:ln>
                  <a:noFill/>
                </a:ln>
                <a:solidFill>
                  <a:schemeClr val="tx1"/>
                </a:solidFill>
                <a:effectLst/>
                <a:latin typeface="Google Sans Text"/>
              </a:rPr>
              <a:t> News/</a:t>
            </a:r>
            <a:r>
              <a:rPr kumimoji="0" lang="es-ES" altLang="es-ES" sz="1800" b="0" i="0" u="none" strike="noStrike" cap="none" normalizeH="0" baseline="0" dirty="0" err="1">
                <a:ln>
                  <a:noFill/>
                </a:ln>
                <a:solidFill>
                  <a:schemeClr val="tx1"/>
                </a:solidFill>
                <a:effectLst/>
                <a:latin typeface="Google Sans Text"/>
              </a:rPr>
              <a:t>Sentiment</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analysis</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into</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the</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graph</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edges</a:t>
            </a:r>
            <a:r>
              <a:rPr kumimoji="0" lang="es-ES" altLang="es-ES" sz="1800" b="0" i="0" u="none" strike="noStrike" cap="none" normalizeH="0" baseline="0" dirty="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Google Sans Text"/>
              </a:rPr>
              <a:t>Supply</a:t>
            </a:r>
            <a:r>
              <a:rPr kumimoji="0" lang="es-ES" altLang="es-ES" sz="1800" b="1" i="0" u="none" strike="noStrike" cap="none" normalizeH="0" baseline="0" dirty="0">
                <a:ln>
                  <a:noFill/>
                </a:ln>
                <a:solidFill>
                  <a:schemeClr val="tx1"/>
                </a:solidFill>
                <a:effectLst/>
                <a:latin typeface="Google Sans Text"/>
              </a:rPr>
              <a:t> </a:t>
            </a:r>
            <a:r>
              <a:rPr kumimoji="0" lang="es-ES" altLang="es-ES" sz="1800" b="1" i="0" u="none" strike="noStrike" cap="none" normalizeH="0" baseline="0" dirty="0" err="1">
                <a:ln>
                  <a:noFill/>
                </a:ln>
                <a:solidFill>
                  <a:schemeClr val="tx1"/>
                </a:solidFill>
                <a:effectLst/>
                <a:latin typeface="Google Sans Text"/>
              </a:rPr>
              <a:t>Chain</a:t>
            </a:r>
            <a:r>
              <a:rPr kumimoji="0" lang="es-ES" altLang="es-ES" sz="1800" b="1" i="0" u="none" strike="noStrike" cap="none" normalizeH="0" baseline="0" dirty="0">
                <a:ln>
                  <a:noFill/>
                </a:ln>
                <a:solidFill>
                  <a:schemeClr val="tx1"/>
                </a:solidFill>
                <a:effectLst/>
                <a:latin typeface="Google Sans Text"/>
              </a:rPr>
              <a:t>:</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Adding</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explicit</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supplier</a:t>
            </a:r>
            <a:r>
              <a:rPr kumimoji="0" lang="es-ES" altLang="es-ES" sz="1800" b="0" i="0" u="none" strike="noStrike" cap="none" normalizeH="0" baseline="0" dirty="0">
                <a:ln>
                  <a:noFill/>
                </a:ln>
                <a:solidFill>
                  <a:schemeClr val="tx1"/>
                </a:solidFill>
                <a:effectLst/>
                <a:latin typeface="Google Sans Text"/>
              </a:rPr>
              <a:t>/</a:t>
            </a:r>
            <a:r>
              <a:rPr kumimoji="0" lang="es-ES" altLang="es-ES" sz="1800" b="0" i="0" u="none" strike="noStrike" cap="none" normalizeH="0" baseline="0" dirty="0" err="1">
                <a:ln>
                  <a:noFill/>
                </a:ln>
                <a:solidFill>
                  <a:schemeClr val="tx1"/>
                </a:solidFill>
                <a:effectLst/>
                <a:latin typeface="Google Sans Text"/>
              </a:rPr>
              <a:t>consumer</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edges</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for</a:t>
            </a:r>
            <a:r>
              <a:rPr kumimoji="0" lang="es-ES" altLang="es-ES" sz="1800" b="0" i="0" u="none" strike="noStrike" cap="none" normalizeH="0" baseline="0" dirty="0">
                <a:ln>
                  <a:noFill/>
                </a:ln>
                <a:solidFill>
                  <a:schemeClr val="tx1"/>
                </a:solidFill>
                <a:effectLst/>
                <a:latin typeface="Google Sans Text"/>
              </a:rPr>
              <a:t> </a:t>
            </a:r>
            <a:r>
              <a:rPr kumimoji="0" lang="es-ES" altLang="es-ES" sz="1800" b="0" i="0" u="none" strike="noStrike" cap="none" normalizeH="0" baseline="0" dirty="0" err="1">
                <a:ln>
                  <a:noFill/>
                </a:ln>
                <a:solidFill>
                  <a:schemeClr val="tx1"/>
                </a:solidFill>
                <a:effectLst/>
                <a:latin typeface="Google Sans Text"/>
              </a:rPr>
              <a:t>the</a:t>
            </a:r>
            <a:r>
              <a:rPr kumimoji="0" lang="es-ES" altLang="es-ES" sz="1800" b="0" i="0" u="none" strike="noStrike" cap="none" normalizeH="0" baseline="0" dirty="0">
                <a:ln>
                  <a:noFill/>
                </a:ln>
                <a:solidFill>
                  <a:schemeClr val="tx1"/>
                </a:solidFill>
                <a:effectLst/>
                <a:latin typeface="Google Sans Text"/>
              </a:rPr>
              <a:t> Stock </a:t>
            </a:r>
            <a:r>
              <a:rPr kumimoji="0" lang="es-ES" altLang="es-ES" sz="1800" b="0" i="0" u="none" strike="noStrike" cap="none" normalizeH="0" baseline="0" dirty="0" err="1">
                <a:ln>
                  <a:noFill/>
                </a:ln>
                <a:solidFill>
                  <a:schemeClr val="tx1"/>
                </a:solidFill>
                <a:effectLst/>
                <a:latin typeface="Google Sans Text"/>
              </a:rPr>
              <a:t>dataset</a:t>
            </a:r>
            <a:r>
              <a:rPr kumimoji="0" lang="es-ES" altLang="es-ES" sz="1800" b="0" i="0" u="none" strike="noStrike" cap="none" normalizeH="0" baseline="0" dirty="0">
                <a:ln>
                  <a:noFill/>
                </a:ln>
                <a:solidFill>
                  <a:schemeClr val="tx1"/>
                </a:solidFill>
                <a:effectLst/>
                <a:latin typeface="Google Sans Text"/>
              </a:rPr>
              <a:t>.</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1742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5EBAEE91-A9CD-BD7F-E008-D1C74B85BE97}"/>
              </a:ext>
            </a:extLst>
          </p:cNvPr>
          <p:cNvSpPr>
            <a:spLocks noGrp="1"/>
          </p:cNvSpPr>
          <p:nvPr>
            <p:ph type="sldNum" sz="quarter" idx="11"/>
          </p:nvPr>
        </p:nvSpPr>
        <p:spPr/>
        <p:txBody>
          <a:bodyPr/>
          <a:lstStyle/>
          <a:p>
            <a:fld id="{CE58CB1E-F828-4F11-99E0-327109AF9DA4}" type="slidenum">
              <a:rPr lang="de-DE" smtClean="0"/>
              <a:pPr/>
              <a:t>13</a:t>
            </a:fld>
            <a:endParaRPr lang="de-DE" dirty="0"/>
          </a:p>
        </p:txBody>
      </p:sp>
      <p:sp>
        <p:nvSpPr>
          <p:cNvPr id="4" name="Marcador de pie de página 3">
            <a:extLst>
              <a:ext uri="{FF2B5EF4-FFF2-40B4-BE49-F238E27FC236}">
                <a16:creationId xmlns:a16="http://schemas.microsoft.com/office/drawing/2014/main" id="{3426F0F8-DD50-F863-0B3F-DF6DA3950659}"/>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ítulo 4">
            <a:extLst>
              <a:ext uri="{FF2B5EF4-FFF2-40B4-BE49-F238E27FC236}">
                <a16:creationId xmlns:a16="http://schemas.microsoft.com/office/drawing/2014/main" id="{E2F359DE-07E3-7055-0D8A-8D2D4A2C5B03}"/>
              </a:ext>
            </a:extLst>
          </p:cNvPr>
          <p:cNvSpPr>
            <a:spLocks noGrp="1"/>
          </p:cNvSpPr>
          <p:nvPr>
            <p:ph type="title"/>
          </p:nvPr>
        </p:nvSpPr>
        <p:spPr/>
        <p:txBody>
          <a:bodyPr/>
          <a:lstStyle/>
          <a:p>
            <a:r>
              <a:rPr lang="es-ES" dirty="0" err="1"/>
              <a:t>Conclusion</a:t>
            </a:r>
            <a:endParaRPr lang="es-ES" dirty="0"/>
          </a:p>
        </p:txBody>
      </p:sp>
      <p:sp>
        <p:nvSpPr>
          <p:cNvPr id="6" name="Rectangle 1">
            <a:extLst>
              <a:ext uri="{FF2B5EF4-FFF2-40B4-BE49-F238E27FC236}">
                <a16:creationId xmlns:a16="http://schemas.microsoft.com/office/drawing/2014/main" id="{04ABD56F-6873-1291-DFEC-5FC306AE346B}"/>
              </a:ext>
            </a:extLst>
          </p:cNvPr>
          <p:cNvSpPr>
            <a:spLocks noGrp="1" noChangeArrowheads="1"/>
          </p:cNvSpPr>
          <p:nvPr>
            <p:ph idx="1"/>
          </p:nvPr>
        </p:nvSpPr>
        <p:spPr bwMode="auto">
          <a:xfrm>
            <a:off x="319090" y="2354248"/>
            <a:ext cx="815159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err="1">
                <a:ln>
                  <a:noFill/>
                </a:ln>
                <a:solidFill>
                  <a:schemeClr val="tx1"/>
                </a:solidFill>
                <a:effectLst/>
                <a:latin typeface="Arial" panose="020B0604020202020204" pitchFamily="34" charset="0"/>
              </a:rPr>
              <a:t>Summary</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Systematic</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evaluation</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of</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Graph</a:t>
            </a:r>
            <a:r>
              <a:rPr kumimoji="0" lang="es-ES" altLang="es-ES" sz="1800" b="0" i="0" u="none" strike="noStrike" cap="none" normalizeH="0" baseline="0" dirty="0">
                <a:ln>
                  <a:noFill/>
                </a:ln>
                <a:solidFill>
                  <a:schemeClr val="tx1"/>
                </a:solidFill>
                <a:effectLst/>
                <a:latin typeface="Arial" panose="020B0604020202020204" pitchFamily="34" charset="0"/>
              </a:rPr>
              <a:t> Neural Networks </a:t>
            </a:r>
            <a:r>
              <a:rPr kumimoji="0" lang="es-ES" altLang="es-ES" sz="1800" b="0" i="0" u="none" strike="noStrike" cap="none" normalizeH="0" baseline="0" dirty="0" err="1">
                <a:ln>
                  <a:noFill/>
                </a:ln>
                <a:solidFill>
                  <a:schemeClr val="tx1"/>
                </a:solidFill>
                <a:effectLst/>
                <a:latin typeface="Arial" panose="020B0604020202020204" pitchFamily="34" charset="0"/>
              </a:rPr>
              <a:t>across</a:t>
            </a:r>
            <a:r>
              <a:rPr kumimoji="0" lang="es-ES" altLang="es-E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err="1">
                <a:ln>
                  <a:noFill/>
                </a:ln>
                <a:solidFill>
                  <a:schemeClr val="tx1"/>
                </a:solidFill>
                <a:effectLst/>
                <a:latin typeface="Arial" panose="020B0604020202020204" pitchFamily="34" charset="0"/>
              </a:rPr>
              <a:t>market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types</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1" i="0" u="none" strike="noStrike" cap="none" normalizeH="0" baseline="0" dirty="0">
                <a:ln>
                  <a:noFill/>
                </a:ln>
                <a:solidFill>
                  <a:schemeClr val="tx1"/>
                </a:solidFill>
                <a:effectLst/>
                <a:latin typeface="Arial" panose="020B0604020202020204" pitchFamily="34" charset="0"/>
              </a:rPr>
              <a:t>Key </a:t>
            </a:r>
            <a:r>
              <a:rPr kumimoji="0" lang="es-ES" altLang="es-ES" sz="1800" b="1" i="0" u="none" strike="noStrike" cap="none" normalizeH="0" baseline="0" dirty="0" err="1">
                <a:ln>
                  <a:noFill/>
                </a:ln>
                <a:solidFill>
                  <a:schemeClr val="tx1"/>
                </a:solidFill>
                <a:effectLst/>
                <a:latin typeface="Arial" panose="020B0604020202020204" pitchFamily="34" charset="0"/>
              </a:rPr>
              <a:t>Takeaway</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GNNs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successfully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extract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signal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from</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noise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but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graph</a:t>
            </a:r>
            <a:r>
              <a:rPr kumimoji="0" lang="es-ES" altLang="es-E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s-ES" altLang="es-ES" sz="1800" b="0" i="0" u="none" strike="noStrike" cap="none" normalizeH="0" baseline="0" dirty="0" err="1">
                <a:ln>
                  <a:noFill/>
                </a:ln>
                <a:solidFill>
                  <a:schemeClr val="tx1"/>
                </a:solidFill>
                <a:effectLst/>
                <a:latin typeface="Arial" panose="020B0604020202020204" pitchFamily="34" charset="0"/>
              </a:rPr>
              <a:t>construction</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Static</a:t>
            </a:r>
            <a:r>
              <a:rPr kumimoji="0" lang="es-ES" altLang="es-ES" sz="1800" b="0" i="0" u="none" strike="noStrike" cap="none" normalizeH="0" baseline="0" dirty="0">
                <a:ln>
                  <a:noFill/>
                </a:ln>
                <a:solidFill>
                  <a:schemeClr val="tx1"/>
                </a:solidFill>
                <a:effectLst/>
                <a:latin typeface="Arial" panose="020B0604020202020204" pitchFamily="34" charset="0"/>
              </a:rPr>
              <a:t> vs. Dynamic) </a:t>
            </a:r>
            <a:r>
              <a:rPr kumimoji="0" lang="es-ES" altLang="es-ES" sz="1800" b="0" i="0" u="none" strike="noStrike" cap="none" normalizeH="0" baseline="0" dirty="0" err="1">
                <a:ln>
                  <a:noFill/>
                </a:ln>
                <a:solidFill>
                  <a:schemeClr val="tx1"/>
                </a:solidFill>
                <a:effectLst/>
                <a:latin typeface="Arial" panose="020B0604020202020204" pitchFamily="34" charset="0"/>
              </a:rPr>
              <a:t>is</a:t>
            </a:r>
            <a:r>
              <a:rPr kumimoji="0" lang="es-ES" altLang="es-ES" sz="1800" b="0" i="0" u="none" strike="noStrike" cap="none" normalizeH="0" baseline="0" dirty="0">
                <a:ln>
                  <a:noFill/>
                </a:ln>
                <a:solidFill>
                  <a:schemeClr val="tx1"/>
                </a:solidFill>
                <a:effectLst/>
                <a:latin typeface="Arial" panose="020B0604020202020204" pitchFamily="34" charset="0"/>
              </a:rPr>
              <a:t> as </a:t>
            </a:r>
            <a:r>
              <a:rPr kumimoji="0" lang="es-ES" altLang="es-ES" sz="1800" b="0" i="0" u="none" strike="noStrike" cap="none" normalizeH="0" baseline="0" dirty="0" err="1">
                <a:ln>
                  <a:noFill/>
                </a:ln>
                <a:solidFill>
                  <a:schemeClr val="tx1"/>
                </a:solidFill>
                <a:effectLst/>
                <a:latin typeface="Arial" panose="020B0604020202020204" pitchFamily="34" charset="0"/>
              </a:rPr>
              <a:t>critical</a:t>
            </a:r>
            <a:r>
              <a:rPr kumimoji="0" lang="es-ES" altLang="es-ES" sz="1800" b="0" i="0" u="none" strike="noStrike" cap="none" normalizeH="0" baseline="0" dirty="0">
                <a:ln>
                  <a:noFill/>
                </a:ln>
                <a:solidFill>
                  <a:schemeClr val="tx1"/>
                </a:solidFill>
                <a:effectLst/>
                <a:latin typeface="Arial" panose="020B0604020202020204" pitchFamily="34" charset="0"/>
              </a:rPr>
              <a:t> as </a:t>
            </a:r>
            <a:r>
              <a:rPr kumimoji="0" lang="es-ES" altLang="es-ES" sz="1800" b="0" i="0" u="none" strike="noStrike" cap="none" normalizeH="0" baseline="0" dirty="0" err="1">
                <a:ln>
                  <a:noFill/>
                </a:ln>
                <a:solidFill>
                  <a:schemeClr val="tx1"/>
                </a:solidFill>
                <a:effectLst/>
                <a:latin typeface="Arial" panose="020B0604020202020204" pitchFamily="34" charset="0"/>
              </a:rPr>
              <a:t>the</a:t>
            </a:r>
            <a:r>
              <a:rPr kumimoji="0" lang="es-ES" altLang="es-ES" sz="1800" b="0" i="0" u="none" strike="noStrike" cap="none" normalizeH="0" baseline="0" dirty="0">
                <a:ln>
                  <a:noFill/>
                </a:ln>
                <a:solidFill>
                  <a:schemeClr val="tx1"/>
                </a:solidFill>
                <a:effectLst/>
                <a:latin typeface="Arial" panose="020B0604020202020204" pitchFamily="34" charset="0"/>
              </a:rPr>
              <a:t> neural </a:t>
            </a:r>
            <a:r>
              <a:rPr kumimoji="0" lang="es-ES" altLang="es-ES" sz="1800" b="0" i="0" u="none" strike="noStrike" cap="none" normalizeH="0" baseline="0" dirty="0" err="1">
                <a:ln>
                  <a:noFill/>
                </a:ln>
                <a:solidFill>
                  <a:schemeClr val="tx1"/>
                </a:solidFill>
                <a:effectLst/>
                <a:latin typeface="Arial" panose="020B0604020202020204" pitchFamily="34" charset="0"/>
              </a:rPr>
              <a:t>architecture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itself</a:t>
            </a:r>
            <a:r>
              <a:rPr kumimoji="0" lang="es-ES" altLang="es-E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022108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9202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A566EB-C443-3101-4921-7DFA94B1EC34}"/>
              </a:ext>
            </a:extLst>
          </p:cNvPr>
          <p:cNvSpPr>
            <a:spLocks noGrp="1"/>
          </p:cNvSpPr>
          <p:nvPr>
            <p:ph idx="1"/>
          </p:nvPr>
        </p:nvSpPr>
        <p:spPr/>
        <p:txBody>
          <a:bodyPr/>
          <a:lstStyle/>
          <a:p>
            <a:r>
              <a:rPr lang="de-DE" dirty="0"/>
              <a:t>Dieser Folienmaster gilt bei offiziellen Präsentationen im Rahmen der TUM.</a:t>
            </a:r>
            <a:br>
              <a:rPr lang="de-DE" dirty="0"/>
            </a:br>
            <a:r>
              <a:rPr lang="de-DE" dirty="0"/>
              <a:t>Es ist darauf zu achten, dass wir uns in einem durchgängigen Layout präsentieren.</a:t>
            </a:r>
          </a:p>
          <a:p>
            <a:endParaRPr lang="de-DE" dirty="0"/>
          </a:p>
          <a:p>
            <a:r>
              <a:rPr lang="de-DE" dirty="0"/>
              <a:t>Abweichungen vom vorgegebenen Layout bitte auf ein Minimum reduzieren.</a:t>
            </a:r>
          </a:p>
          <a:p>
            <a:endParaRPr lang="en-US" dirty="0"/>
          </a:p>
          <a:p>
            <a:endParaRPr lang="en-GB" dirty="0"/>
          </a:p>
        </p:txBody>
      </p:sp>
      <p:sp>
        <p:nvSpPr>
          <p:cNvPr id="3" name="Slide Number Placeholder 2">
            <a:extLst>
              <a:ext uri="{FF2B5EF4-FFF2-40B4-BE49-F238E27FC236}">
                <a16:creationId xmlns:a16="http://schemas.microsoft.com/office/drawing/2014/main" id="{C128B705-BBAA-3154-BFE2-8BA2ECE53970}"/>
              </a:ext>
            </a:extLst>
          </p:cNvPr>
          <p:cNvSpPr>
            <a:spLocks noGrp="1"/>
          </p:cNvSpPr>
          <p:nvPr>
            <p:ph type="sldNum" sz="quarter" idx="11"/>
          </p:nvPr>
        </p:nvSpPr>
        <p:spPr/>
        <p:txBody>
          <a:bodyPr/>
          <a:lstStyle/>
          <a:p>
            <a:fld id="{CE58CB1E-F828-4F11-99E0-327109AF9DA4}" type="slidenum">
              <a:rPr lang="de-DE" smtClean="0"/>
              <a:pPr/>
              <a:t>15</a:t>
            </a:fld>
            <a:endParaRPr lang="de-DE" dirty="0"/>
          </a:p>
        </p:txBody>
      </p:sp>
      <p:sp>
        <p:nvSpPr>
          <p:cNvPr id="4" name="Footer Placeholder 3">
            <a:extLst>
              <a:ext uri="{FF2B5EF4-FFF2-40B4-BE49-F238E27FC236}">
                <a16:creationId xmlns:a16="http://schemas.microsoft.com/office/drawing/2014/main" id="{8D207FD8-24A8-32AE-B63E-CA2E63A6A757}"/>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95121504-EDB5-F8E8-A116-4F18BA31278F}"/>
              </a:ext>
            </a:extLst>
          </p:cNvPr>
          <p:cNvSpPr>
            <a:spLocks noGrp="1"/>
          </p:cNvSpPr>
          <p:nvPr>
            <p:ph type="title"/>
          </p:nvPr>
        </p:nvSpPr>
        <p:spPr/>
        <p:txBody>
          <a:bodyPr/>
          <a:lstStyle/>
          <a:p>
            <a:r>
              <a:rPr lang="de-DE" dirty="0"/>
              <a:t>Gültigkeit der Masterfolien</a:t>
            </a:r>
            <a:endParaRPr lang="en-GB" dirty="0"/>
          </a:p>
        </p:txBody>
      </p:sp>
    </p:spTree>
    <p:extLst>
      <p:ext uri="{BB962C8B-B14F-4D97-AF65-F5344CB8AC3E}">
        <p14:creationId xmlns:p14="http://schemas.microsoft.com/office/powerpoint/2010/main" val="442079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643EFB-5AE3-CA1D-A5E9-2656B3D9BDD9}"/>
              </a:ext>
            </a:extLst>
          </p:cNvPr>
          <p:cNvSpPr>
            <a:spLocks noGrp="1"/>
          </p:cNvSpPr>
          <p:nvPr>
            <p:ph idx="1"/>
          </p:nvPr>
        </p:nvSpPr>
        <p:spPr/>
        <p:txBody>
          <a:bodyPr/>
          <a:lstStyle/>
          <a:p>
            <a:r>
              <a:rPr lang="de-DE" dirty="0"/>
              <a:t>Schriftart: Arial</a:t>
            </a:r>
          </a:p>
          <a:p>
            <a:r>
              <a:rPr lang="de-DE" dirty="0"/>
              <a:t>Schriftgrößen: 25 | 18 | 14 | 11</a:t>
            </a:r>
          </a:p>
          <a:p>
            <a:r>
              <a:rPr lang="de-DE" dirty="0"/>
              <a:t>Zeilenabstand: 1,15mm</a:t>
            </a:r>
          </a:p>
          <a:p>
            <a:endParaRPr lang="de-DE" dirty="0"/>
          </a:p>
          <a:p>
            <a:r>
              <a:rPr lang="de-DE" dirty="0"/>
              <a:t>Die Einstellungen sind in den Textfeldern und Textfeldvorlagen dieses </a:t>
            </a:r>
            <a:r>
              <a:rPr lang="de-DE" dirty="0" err="1"/>
              <a:t>ppt</a:t>
            </a:r>
            <a:r>
              <a:rPr lang="de-DE" dirty="0"/>
              <a:t>-Masters als Standard eingestellt. Bei Diagrammen und Tabellen muss die Schriftgröße ggf. angepasst werden. Für Auszeichnungen im Fließtext kann auch fett markiert werden. Bei großer Distanz bzw. kleinem Präsentationsmedium kann der Schriftgrad notfalls proportional erhöht werden.</a:t>
            </a:r>
          </a:p>
          <a:p>
            <a:endParaRPr lang="en-GB" dirty="0"/>
          </a:p>
        </p:txBody>
      </p:sp>
      <p:sp>
        <p:nvSpPr>
          <p:cNvPr id="3" name="Slide Number Placeholder 2">
            <a:extLst>
              <a:ext uri="{FF2B5EF4-FFF2-40B4-BE49-F238E27FC236}">
                <a16:creationId xmlns:a16="http://schemas.microsoft.com/office/drawing/2014/main" id="{0603B34D-F14D-51FB-41B9-93BA10896653}"/>
              </a:ext>
            </a:extLst>
          </p:cNvPr>
          <p:cNvSpPr>
            <a:spLocks noGrp="1"/>
          </p:cNvSpPr>
          <p:nvPr>
            <p:ph type="sldNum" sz="quarter" idx="11"/>
          </p:nvPr>
        </p:nvSpPr>
        <p:spPr/>
        <p:txBody>
          <a:bodyPr/>
          <a:lstStyle/>
          <a:p>
            <a:fld id="{CE58CB1E-F828-4F11-99E0-327109AF9DA4}" type="slidenum">
              <a:rPr lang="de-DE" smtClean="0"/>
              <a:pPr/>
              <a:t>16</a:t>
            </a:fld>
            <a:endParaRPr lang="de-DE" dirty="0"/>
          </a:p>
        </p:txBody>
      </p:sp>
      <p:sp>
        <p:nvSpPr>
          <p:cNvPr id="4" name="Footer Placeholder 3">
            <a:extLst>
              <a:ext uri="{FF2B5EF4-FFF2-40B4-BE49-F238E27FC236}">
                <a16:creationId xmlns:a16="http://schemas.microsoft.com/office/drawing/2014/main" id="{44751BA6-92A7-7F8E-4E98-71CEB9BED653}"/>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A7D61381-3C16-6F5E-A4C9-BBBB28C5899B}"/>
              </a:ext>
            </a:extLst>
          </p:cNvPr>
          <p:cNvSpPr>
            <a:spLocks noGrp="1"/>
          </p:cNvSpPr>
          <p:nvPr>
            <p:ph type="body" sz="quarter" idx="13"/>
          </p:nvPr>
        </p:nvSpPr>
        <p:spPr/>
        <p:txBody>
          <a:bodyPr/>
          <a:lstStyle/>
          <a:p>
            <a:r>
              <a:rPr lang="de-DE" dirty="0"/>
              <a:t>Das Grundprinzip ist, Informationen bestmöglich zu transportieren. Dazu muss vor allem die Schrift einheitlich und für alle im Raum lesbar sein. </a:t>
            </a:r>
          </a:p>
          <a:p>
            <a:endParaRPr lang="en-GB" dirty="0"/>
          </a:p>
        </p:txBody>
      </p:sp>
      <p:sp>
        <p:nvSpPr>
          <p:cNvPr id="6" name="Title 5">
            <a:extLst>
              <a:ext uri="{FF2B5EF4-FFF2-40B4-BE49-F238E27FC236}">
                <a16:creationId xmlns:a16="http://schemas.microsoft.com/office/drawing/2014/main" id="{18405238-5118-6E79-67B2-D03E17097056}"/>
              </a:ext>
            </a:extLst>
          </p:cNvPr>
          <p:cNvSpPr>
            <a:spLocks noGrp="1"/>
          </p:cNvSpPr>
          <p:nvPr>
            <p:ph type="title"/>
          </p:nvPr>
        </p:nvSpPr>
        <p:spPr/>
        <p:txBody>
          <a:bodyPr/>
          <a:lstStyle/>
          <a:p>
            <a:r>
              <a:rPr lang="de-DE" dirty="0"/>
              <a:t>Schrift</a:t>
            </a:r>
            <a:endParaRPr lang="en-GB" dirty="0"/>
          </a:p>
        </p:txBody>
      </p:sp>
      <p:sp>
        <p:nvSpPr>
          <p:cNvPr id="7" name="Text Placeholder 6">
            <a:extLst>
              <a:ext uri="{FF2B5EF4-FFF2-40B4-BE49-F238E27FC236}">
                <a16:creationId xmlns:a16="http://schemas.microsoft.com/office/drawing/2014/main" id="{2019AD97-A21F-F80F-90FD-2428E7390726}"/>
              </a:ext>
            </a:extLst>
          </p:cNvPr>
          <p:cNvSpPr>
            <a:spLocks noGrp="1"/>
          </p:cNvSpPr>
          <p:nvPr>
            <p:ph type="body" sz="quarter" idx="14"/>
          </p:nvPr>
        </p:nvSpPr>
        <p:spPr/>
        <p:txBody>
          <a:bodyPr/>
          <a:lstStyle/>
          <a:p>
            <a:r>
              <a:rPr lang="de-DE" dirty="0"/>
              <a:t>Schrift</a:t>
            </a:r>
            <a:endParaRPr lang="en-GB" dirty="0"/>
          </a:p>
        </p:txBody>
      </p:sp>
    </p:spTree>
    <p:extLst>
      <p:ext uri="{BB962C8B-B14F-4D97-AF65-F5344CB8AC3E}">
        <p14:creationId xmlns:p14="http://schemas.microsoft.com/office/powerpoint/2010/main" val="2483834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F1BED2-8C28-4825-9EF6-1BDAC06A04E1}"/>
              </a:ext>
            </a:extLst>
          </p:cNvPr>
          <p:cNvSpPr>
            <a:spLocks noGrp="1"/>
          </p:cNvSpPr>
          <p:nvPr>
            <p:ph idx="1"/>
          </p:nvPr>
        </p:nvSpPr>
        <p:spPr/>
        <p:txBody>
          <a:bodyPr/>
          <a:lstStyle/>
          <a:p>
            <a:r>
              <a:rPr lang="de-DE" dirty="0"/>
              <a:t>Als erstes soll mit schwarz und weiß gearbeitet werden.</a:t>
            </a:r>
            <a:br>
              <a:rPr lang="de-DE" dirty="0"/>
            </a:br>
            <a:r>
              <a:rPr lang="de-DE" dirty="0"/>
              <a:t>Für Aufwändigere Darstellungen sind Farben mit Bedacht und in möglichst geringem Umfang einzusetzen.</a:t>
            </a:r>
            <a:br>
              <a:rPr lang="de-DE" dirty="0"/>
            </a:br>
            <a:r>
              <a:rPr lang="de-DE" dirty="0"/>
              <a:t>In diesem Folienmaster ist die Farbpalette festgelegt.</a:t>
            </a:r>
          </a:p>
          <a:p>
            <a:endParaRPr lang="de-DE" dirty="0"/>
          </a:p>
          <a:p>
            <a:r>
              <a:rPr lang="de-DE" dirty="0"/>
              <a:t>Zuerst mit den Primärfarben arbeiten.</a:t>
            </a:r>
          </a:p>
          <a:p>
            <a:endParaRPr lang="de-DE" dirty="0"/>
          </a:p>
          <a:p>
            <a:endParaRPr lang="de-DE" dirty="0"/>
          </a:p>
          <a:p>
            <a:r>
              <a:rPr lang="de-DE" dirty="0"/>
              <a:t>Für z.B. komplexe Diagramme stehen noch Sekundärfarben zur Verfügung.</a:t>
            </a:r>
          </a:p>
          <a:p>
            <a:endParaRPr lang="de-DE" dirty="0"/>
          </a:p>
          <a:p>
            <a:endParaRPr lang="de-DE" dirty="0"/>
          </a:p>
          <a:p>
            <a:r>
              <a:rPr lang="de-DE" dirty="0"/>
              <a:t>Gering im Einsatz sind die Akzentfarben.</a:t>
            </a:r>
          </a:p>
          <a:p>
            <a:endParaRPr lang="en-US" dirty="0"/>
          </a:p>
        </p:txBody>
      </p:sp>
      <p:sp>
        <p:nvSpPr>
          <p:cNvPr id="3" name="Slide Number Placeholder 2">
            <a:extLst>
              <a:ext uri="{FF2B5EF4-FFF2-40B4-BE49-F238E27FC236}">
                <a16:creationId xmlns:a16="http://schemas.microsoft.com/office/drawing/2014/main" id="{AAC3AB92-C89F-44B1-B3A1-45D1CDB1AB9B}"/>
              </a:ext>
            </a:extLst>
          </p:cNvPr>
          <p:cNvSpPr>
            <a:spLocks noGrp="1"/>
          </p:cNvSpPr>
          <p:nvPr>
            <p:ph type="sldNum" sz="quarter" idx="11"/>
          </p:nvPr>
        </p:nvSpPr>
        <p:spPr/>
        <p:txBody>
          <a:bodyPr/>
          <a:lstStyle/>
          <a:p>
            <a:fld id="{CE58CB1E-F828-4F11-99E0-327109AF9DA4}" type="slidenum">
              <a:rPr lang="de-DE" smtClean="0"/>
              <a:pPr/>
              <a:t>17</a:t>
            </a:fld>
            <a:endParaRPr lang="de-DE" dirty="0"/>
          </a:p>
        </p:txBody>
      </p:sp>
      <p:sp>
        <p:nvSpPr>
          <p:cNvPr id="4" name="Footer Placeholder 3">
            <a:extLst>
              <a:ext uri="{FF2B5EF4-FFF2-40B4-BE49-F238E27FC236}">
                <a16:creationId xmlns:a16="http://schemas.microsoft.com/office/drawing/2014/main" id="{2A2A16C0-4371-4DAA-8F77-48630D086F64}"/>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BE5C74A3-241F-4F85-8D12-029D288432AA}"/>
              </a:ext>
            </a:extLst>
          </p:cNvPr>
          <p:cNvSpPr>
            <a:spLocks noGrp="1"/>
          </p:cNvSpPr>
          <p:nvPr>
            <p:ph type="title"/>
          </p:nvPr>
        </p:nvSpPr>
        <p:spPr/>
        <p:txBody>
          <a:bodyPr/>
          <a:lstStyle/>
          <a:p>
            <a:r>
              <a:rPr lang="de-DE" dirty="0"/>
              <a:t>Farben</a:t>
            </a:r>
            <a:endParaRPr lang="en-US" dirty="0"/>
          </a:p>
        </p:txBody>
      </p:sp>
      <p:sp>
        <p:nvSpPr>
          <p:cNvPr id="6" name="Rechteck 13">
            <a:extLst>
              <a:ext uri="{FF2B5EF4-FFF2-40B4-BE49-F238E27FC236}">
                <a16:creationId xmlns:a16="http://schemas.microsoft.com/office/drawing/2014/main" id="{2F17FFD8-9252-4835-81DD-5ADBC83D7345}"/>
              </a:ext>
            </a:extLst>
          </p:cNvPr>
          <p:cNvSpPr/>
          <p:nvPr/>
        </p:nvSpPr>
        <p:spPr>
          <a:xfrm>
            <a:off x="319090" y="2642870"/>
            <a:ext cx="855132" cy="1841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accent1"/>
              </a:solidFill>
            </a:endParaRPr>
          </a:p>
        </p:txBody>
      </p:sp>
      <p:sp>
        <p:nvSpPr>
          <p:cNvPr id="7" name="Rechteck 23">
            <a:extLst>
              <a:ext uri="{FF2B5EF4-FFF2-40B4-BE49-F238E27FC236}">
                <a16:creationId xmlns:a16="http://schemas.microsoft.com/office/drawing/2014/main" id="{D52C665C-6D38-4809-BCFB-2373B073E3A5}"/>
              </a:ext>
            </a:extLst>
          </p:cNvPr>
          <p:cNvSpPr/>
          <p:nvPr/>
        </p:nvSpPr>
        <p:spPr>
          <a:xfrm>
            <a:off x="1292757" y="2642870"/>
            <a:ext cx="855132" cy="1841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tx1"/>
              </a:solidFill>
            </a:endParaRPr>
          </a:p>
        </p:txBody>
      </p:sp>
      <p:sp>
        <p:nvSpPr>
          <p:cNvPr id="8" name="Rechteck 24">
            <a:extLst>
              <a:ext uri="{FF2B5EF4-FFF2-40B4-BE49-F238E27FC236}">
                <a16:creationId xmlns:a16="http://schemas.microsoft.com/office/drawing/2014/main" id="{C0189ED5-C320-4802-80A9-59DADCC606F9}"/>
              </a:ext>
            </a:extLst>
          </p:cNvPr>
          <p:cNvSpPr/>
          <p:nvPr/>
        </p:nvSpPr>
        <p:spPr>
          <a:xfrm>
            <a:off x="2266424" y="2642870"/>
            <a:ext cx="855132" cy="184148"/>
          </a:xfrm>
          <a:prstGeom prst="rect">
            <a:avLst/>
          </a:prstGeom>
          <a:solidFill>
            <a:schemeClr val="bg1"/>
          </a:solidFill>
          <a:ln w="6350" cap="flat"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9" name="Rechteck 25">
            <a:extLst>
              <a:ext uri="{FF2B5EF4-FFF2-40B4-BE49-F238E27FC236}">
                <a16:creationId xmlns:a16="http://schemas.microsoft.com/office/drawing/2014/main" id="{C32F78E2-CF4C-4D95-A6B8-5C2BA56E86F7}"/>
              </a:ext>
            </a:extLst>
          </p:cNvPr>
          <p:cNvSpPr/>
          <p:nvPr/>
        </p:nvSpPr>
        <p:spPr>
          <a:xfrm>
            <a:off x="319090" y="3337007"/>
            <a:ext cx="855132" cy="1841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0" name="Rechteck 26">
            <a:extLst>
              <a:ext uri="{FF2B5EF4-FFF2-40B4-BE49-F238E27FC236}">
                <a16:creationId xmlns:a16="http://schemas.microsoft.com/office/drawing/2014/main" id="{C8643F71-BF84-4E9D-8957-99AF6F5C5D56}"/>
              </a:ext>
            </a:extLst>
          </p:cNvPr>
          <p:cNvSpPr/>
          <p:nvPr/>
        </p:nvSpPr>
        <p:spPr>
          <a:xfrm>
            <a:off x="1292757" y="3337007"/>
            <a:ext cx="855132" cy="1841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1" name="Rechteck 27">
            <a:extLst>
              <a:ext uri="{FF2B5EF4-FFF2-40B4-BE49-F238E27FC236}">
                <a16:creationId xmlns:a16="http://schemas.microsoft.com/office/drawing/2014/main" id="{A32E51B6-1FE3-4753-951D-82598D90915D}"/>
              </a:ext>
            </a:extLst>
          </p:cNvPr>
          <p:cNvSpPr/>
          <p:nvPr/>
        </p:nvSpPr>
        <p:spPr>
          <a:xfrm>
            <a:off x="2257957" y="3337007"/>
            <a:ext cx="855132" cy="18414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2" name="Rechteck 28">
            <a:extLst>
              <a:ext uri="{FF2B5EF4-FFF2-40B4-BE49-F238E27FC236}">
                <a16:creationId xmlns:a16="http://schemas.microsoft.com/office/drawing/2014/main" id="{A979881A-1F97-43F8-8DF9-85506CA53DF0}"/>
              </a:ext>
            </a:extLst>
          </p:cNvPr>
          <p:cNvSpPr/>
          <p:nvPr/>
        </p:nvSpPr>
        <p:spPr>
          <a:xfrm>
            <a:off x="3223157" y="3337007"/>
            <a:ext cx="855132" cy="184148"/>
          </a:xfrm>
          <a:prstGeom prst="rect">
            <a:avLst/>
          </a:prstGeom>
          <a:solidFill>
            <a:srgbClr val="99999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3" name="Rechteck 35">
            <a:extLst>
              <a:ext uri="{FF2B5EF4-FFF2-40B4-BE49-F238E27FC236}">
                <a16:creationId xmlns:a16="http://schemas.microsoft.com/office/drawing/2014/main" id="{D33B0C32-80A2-4459-A3E0-5FE82C560746}"/>
              </a:ext>
            </a:extLst>
          </p:cNvPr>
          <p:cNvSpPr/>
          <p:nvPr/>
        </p:nvSpPr>
        <p:spPr>
          <a:xfrm>
            <a:off x="319090" y="4051976"/>
            <a:ext cx="855132" cy="1841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4" name="Rechteck 36">
            <a:extLst>
              <a:ext uri="{FF2B5EF4-FFF2-40B4-BE49-F238E27FC236}">
                <a16:creationId xmlns:a16="http://schemas.microsoft.com/office/drawing/2014/main" id="{4BAE8AAD-70D6-40A1-9548-5EA7A2E82949}"/>
              </a:ext>
            </a:extLst>
          </p:cNvPr>
          <p:cNvSpPr/>
          <p:nvPr/>
        </p:nvSpPr>
        <p:spPr>
          <a:xfrm>
            <a:off x="1292757" y="4066861"/>
            <a:ext cx="855132" cy="1841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5" name="Rechteck 37">
            <a:extLst>
              <a:ext uri="{FF2B5EF4-FFF2-40B4-BE49-F238E27FC236}">
                <a16:creationId xmlns:a16="http://schemas.microsoft.com/office/drawing/2014/main" id="{9762A5DD-1D93-4DFF-A801-2FFC09302B69}"/>
              </a:ext>
            </a:extLst>
          </p:cNvPr>
          <p:cNvSpPr/>
          <p:nvPr/>
        </p:nvSpPr>
        <p:spPr>
          <a:xfrm>
            <a:off x="2253725" y="4086718"/>
            <a:ext cx="855132" cy="18414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Tree>
    <p:extLst>
      <p:ext uri="{BB962C8B-B14F-4D97-AF65-F5344CB8AC3E}">
        <p14:creationId xmlns:p14="http://schemas.microsoft.com/office/powerpoint/2010/main" val="1978956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F57E75-77ED-F878-48AE-05A29C686D9A}"/>
              </a:ext>
            </a:extLst>
          </p:cNvPr>
          <p:cNvSpPr>
            <a:spLocks noGrp="1"/>
          </p:cNvSpPr>
          <p:nvPr>
            <p:ph idx="1"/>
          </p:nvPr>
        </p:nvSpPr>
        <p:spPr/>
        <p:txBody>
          <a:bodyPr/>
          <a:lstStyle/>
          <a:p>
            <a:r>
              <a:rPr lang="de-DE" dirty="0"/>
              <a:t>Beispiel:</a:t>
            </a:r>
          </a:p>
          <a:p>
            <a:r>
              <a:rPr lang="de-DE" dirty="0" err="1"/>
              <a:t>Tem</a:t>
            </a:r>
            <a:r>
              <a:rPr lang="de-DE" dirty="0"/>
              <a:t> </a:t>
            </a:r>
            <a:r>
              <a:rPr lang="de-DE" dirty="0" err="1"/>
              <a:t>soluptam</a:t>
            </a:r>
            <a:r>
              <a:rPr lang="de-DE" dirty="0"/>
              <a:t>, nisi </a:t>
            </a:r>
            <a:r>
              <a:rPr lang="de-DE" dirty="0" err="1"/>
              <a:t>as</a:t>
            </a:r>
            <a:r>
              <a:rPr lang="de-DE" dirty="0"/>
              <a:t> </a:t>
            </a:r>
            <a:r>
              <a:rPr lang="de-DE" dirty="0" err="1"/>
              <a:t>verum</a:t>
            </a:r>
            <a:r>
              <a:rPr lang="de-DE" dirty="0"/>
              <a:t> </a:t>
            </a:r>
            <a:r>
              <a:rPr lang="de-DE" dirty="0" err="1"/>
              <a:t>ereprehendam</a:t>
            </a:r>
            <a:r>
              <a:rPr lang="de-DE" dirty="0"/>
              <a:t> at </a:t>
            </a:r>
            <a:r>
              <a:rPr lang="de-DE" dirty="0" err="1"/>
              <a:t>acculpa</a:t>
            </a:r>
            <a:r>
              <a:rPr lang="de-DE" dirty="0"/>
              <a:t> </a:t>
            </a:r>
            <a:r>
              <a:rPr lang="de-DE" dirty="0" err="1"/>
              <a:t>quidisq</a:t>
            </a:r>
            <a:r>
              <a:rPr lang="de-DE" dirty="0"/>
              <a:t> </a:t>
            </a:r>
            <a:r>
              <a:rPr lang="de-DE" dirty="0" err="1"/>
              <a:t>uissit</a:t>
            </a:r>
            <a:r>
              <a:rPr lang="de-DE" dirty="0"/>
              <a:t> </a:t>
            </a:r>
            <a:r>
              <a:rPr lang="de-DE" dirty="0" err="1"/>
              <a:t>volupta</a:t>
            </a:r>
            <a:r>
              <a:rPr lang="de-DE" dirty="0"/>
              <a:t> </a:t>
            </a:r>
            <a:r>
              <a:rPr lang="de-DE" dirty="0" err="1"/>
              <a:t>tusdant</a:t>
            </a:r>
            <a:r>
              <a:rPr lang="de-DE" dirty="0"/>
              <a:t> </a:t>
            </a:r>
            <a:r>
              <a:rPr lang="de-DE" dirty="0" err="1"/>
              <a:t>utem</a:t>
            </a:r>
            <a:r>
              <a:rPr lang="de-DE" dirty="0"/>
              <a:t> </a:t>
            </a:r>
            <a:r>
              <a:rPr lang="de-DE" dirty="0" err="1"/>
              <a:t>as</a:t>
            </a:r>
            <a:r>
              <a:rPr lang="de-DE" dirty="0"/>
              <a:t> </a:t>
            </a:r>
            <a:r>
              <a:rPr lang="de-DE" dirty="0" err="1"/>
              <a:t>etur</a:t>
            </a:r>
            <a:r>
              <a:rPr lang="de-DE" dirty="0"/>
              <a:t>, </a:t>
            </a:r>
            <a:r>
              <a:rPr lang="de-DE" dirty="0" err="1"/>
              <a:t>odi</a:t>
            </a:r>
            <a:r>
              <a:rPr lang="de-DE" dirty="0"/>
              <a:t> </a:t>
            </a:r>
            <a:r>
              <a:rPr lang="de-DE" dirty="0" err="1"/>
              <a:t>odis</a:t>
            </a:r>
            <a:r>
              <a:rPr lang="de-DE" dirty="0"/>
              <a:t> es </a:t>
            </a:r>
            <a:r>
              <a:rPr lang="de-DE" dirty="0" err="1"/>
              <a:t>doluptiae</a:t>
            </a:r>
            <a:r>
              <a:rPr lang="de-DE" dirty="0"/>
              <a:t> dem </a:t>
            </a:r>
            <a:r>
              <a:rPr lang="de-DE" dirty="0" err="1"/>
              <a:t>nimaion</a:t>
            </a:r>
            <a:r>
              <a:rPr lang="de-DE" dirty="0"/>
              <a:t> </a:t>
            </a:r>
            <a:r>
              <a:rPr lang="de-DE" dirty="0" err="1"/>
              <a:t>con</a:t>
            </a:r>
            <a:r>
              <a:rPr lang="de-DE" dirty="0"/>
              <a:t> </a:t>
            </a:r>
            <a:r>
              <a:rPr lang="de-DE" dirty="0" err="1"/>
              <a:t>nossinctenis</a:t>
            </a:r>
            <a:r>
              <a:rPr lang="de-DE" dirty="0"/>
              <a:t> </a:t>
            </a:r>
            <a:r>
              <a:rPr lang="de-DE" dirty="0" err="1"/>
              <a:t>pora</a:t>
            </a:r>
            <a:r>
              <a:rPr lang="de-DE" dirty="0"/>
              <a:t> quam </a:t>
            </a:r>
            <a:r>
              <a:rPr lang="de-DE" dirty="0" err="1"/>
              <a:t>voloria</a:t>
            </a:r>
            <a:r>
              <a:rPr lang="de-DE" dirty="0"/>
              <a:t> </a:t>
            </a:r>
            <a:r>
              <a:rPr lang="de-DE" dirty="0" err="1"/>
              <a:t>consenimus</a:t>
            </a:r>
            <a:r>
              <a:rPr lang="de-DE" dirty="0"/>
              <a:t> </a:t>
            </a:r>
            <a:r>
              <a:rPr lang="de-DE" dirty="0" err="1"/>
              <a:t>blabore</a:t>
            </a:r>
            <a:r>
              <a:rPr lang="de-DE" dirty="0"/>
              <a:t> </a:t>
            </a:r>
            <a:r>
              <a:rPr lang="de-DE" dirty="0" err="1"/>
              <a:t>everfer</a:t>
            </a:r>
            <a:r>
              <a:rPr lang="de-DE" dirty="0"/>
              <a:t> </a:t>
            </a:r>
            <a:r>
              <a:rPr lang="de-DE" dirty="0" err="1"/>
              <a:t>epeliquo</a:t>
            </a:r>
            <a:r>
              <a:rPr lang="de-DE" dirty="0"/>
              <a:t> </a:t>
            </a:r>
            <a:r>
              <a:rPr lang="de-DE" dirty="0" err="1"/>
              <a:t>maio</a:t>
            </a:r>
            <a:r>
              <a:rPr lang="de-DE" dirty="0"/>
              <a:t> </a:t>
            </a:r>
            <a:r>
              <a:rPr lang="de-DE" dirty="0" err="1"/>
              <a:t>etur</a:t>
            </a:r>
            <a:r>
              <a:rPr lang="de-DE" dirty="0"/>
              <a:t>.</a:t>
            </a:r>
          </a:p>
          <a:p>
            <a:endParaRPr lang="en-GB" dirty="0"/>
          </a:p>
        </p:txBody>
      </p:sp>
      <p:sp>
        <p:nvSpPr>
          <p:cNvPr id="3" name="Slide Number Placeholder 2">
            <a:extLst>
              <a:ext uri="{FF2B5EF4-FFF2-40B4-BE49-F238E27FC236}">
                <a16:creationId xmlns:a16="http://schemas.microsoft.com/office/drawing/2014/main" id="{BDDE685E-FB47-68F2-8D0F-75B31344B105}"/>
              </a:ext>
            </a:extLst>
          </p:cNvPr>
          <p:cNvSpPr>
            <a:spLocks noGrp="1"/>
          </p:cNvSpPr>
          <p:nvPr>
            <p:ph type="sldNum" sz="quarter" idx="11"/>
          </p:nvPr>
        </p:nvSpPr>
        <p:spPr/>
        <p:txBody>
          <a:bodyPr/>
          <a:lstStyle/>
          <a:p>
            <a:fld id="{CE58CB1E-F828-4F11-99E0-327109AF9DA4}" type="slidenum">
              <a:rPr lang="de-DE" smtClean="0"/>
              <a:pPr/>
              <a:t>18</a:t>
            </a:fld>
            <a:endParaRPr lang="de-DE" dirty="0"/>
          </a:p>
        </p:txBody>
      </p:sp>
      <p:sp>
        <p:nvSpPr>
          <p:cNvPr id="4" name="Footer Placeholder 3">
            <a:extLst>
              <a:ext uri="{FF2B5EF4-FFF2-40B4-BE49-F238E27FC236}">
                <a16:creationId xmlns:a16="http://schemas.microsoft.com/office/drawing/2014/main" id="{CD62A944-DD20-AABC-1EC2-6316001E6196}"/>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E5341D5F-23BE-1BD4-FAE5-0C571C07CA68}"/>
              </a:ext>
            </a:extLst>
          </p:cNvPr>
          <p:cNvSpPr>
            <a:spLocks noGrp="1"/>
          </p:cNvSpPr>
          <p:nvPr>
            <p:ph type="body" sz="quarter" idx="13"/>
          </p:nvPr>
        </p:nvSpPr>
        <p:spPr/>
        <p:txBody>
          <a:bodyPr/>
          <a:lstStyle/>
          <a:p>
            <a:r>
              <a:rPr lang="de-DE" dirty="0"/>
              <a:t>Kurze und knappe Texte, Fließtexte linksbündig, kein Blocksatz</a:t>
            </a:r>
          </a:p>
          <a:p>
            <a:endParaRPr lang="en-GB" dirty="0"/>
          </a:p>
        </p:txBody>
      </p:sp>
      <p:sp>
        <p:nvSpPr>
          <p:cNvPr id="6" name="Title 5">
            <a:extLst>
              <a:ext uri="{FF2B5EF4-FFF2-40B4-BE49-F238E27FC236}">
                <a16:creationId xmlns:a16="http://schemas.microsoft.com/office/drawing/2014/main" id="{FE563C00-8944-820A-C706-7F0696D2FFE9}"/>
              </a:ext>
            </a:extLst>
          </p:cNvPr>
          <p:cNvSpPr>
            <a:spLocks noGrp="1"/>
          </p:cNvSpPr>
          <p:nvPr>
            <p:ph type="title"/>
          </p:nvPr>
        </p:nvSpPr>
        <p:spPr/>
        <p:txBody>
          <a:bodyPr/>
          <a:lstStyle/>
          <a:p>
            <a:r>
              <a:rPr lang="de-DE" dirty="0"/>
              <a:t>Texte</a:t>
            </a:r>
            <a:endParaRPr lang="en-GB" dirty="0"/>
          </a:p>
        </p:txBody>
      </p:sp>
    </p:spTree>
    <p:extLst>
      <p:ext uri="{BB962C8B-B14F-4D97-AF65-F5344CB8AC3E}">
        <p14:creationId xmlns:p14="http://schemas.microsoft.com/office/powerpoint/2010/main" val="919250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7CCC31-C182-4362-A806-ED097C67863A}"/>
              </a:ext>
            </a:extLst>
          </p:cNvPr>
          <p:cNvSpPr>
            <a:spLocks noGrp="1"/>
          </p:cNvSpPr>
          <p:nvPr>
            <p:ph idx="1"/>
          </p:nvPr>
        </p:nvSpPr>
        <p:spPr/>
        <p:txBody>
          <a:bodyPr/>
          <a:lstStyle/>
          <a:p>
            <a:r>
              <a:rPr lang="de-DE" dirty="0"/>
              <a:t>schlichte Darstellung von Informationen</a:t>
            </a:r>
          </a:p>
          <a:p>
            <a:endParaRPr lang="de-DE" dirty="0"/>
          </a:p>
          <a:p>
            <a:r>
              <a:rPr lang="de-DE" dirty="0"/>
              <a:t>reduzierte Farben</a:t>
            </a:r>
          </a:p>
          <a:p>
            <a:endParaRPr lang="de-DE" dirty="0"/>
          </a:p>
          <a:p>
            <a:r>
              <a:rPr lang="de-DE" dirty="0"/>
              <a:t>Rahmen und Überlagerungen nach Möglichkeit vermeiden</a:t>
            </a:r>
          </a:p>
          <a:p>
            <a:endParaRPr lang="en-US" dirty="0"/>
          </a:p>
        </p:txBody>
      </p:sp>
      <p:sp>
        <p:nvSpPr>
          <p:cNvPr id="3" name="Slide Number Placeholder 2">
            <a:extLst>
              <a:ext uri="{FF2B5EF4-FFF2-40B4-BE49-F238E27FC236}">
                <a16:creationId xmlns:a16="http://schemas.microsoft.com/office/drawing/2014/main" id="{623CA3EA-E7D2-4B95-8A60-B0208474879F}"/>
              </a:ext>
            </a:extLst>
          </p:cNvPr>
          <p:cNvSpPr>
            <a:spLocks noGrp="1"/>
          </p:cNvSpPr>
          <p:nvPr>
            <p:ph type="sldNum" sz="quarter" idx="11"/>
          </p:nvPr>
        </p:nvSpPr>
        <p:spPr/>
        <p:txBody>
          <a:bodyPr/>
          <a:lstStyle/>
          <a:p>
            <a:fld id="{CE58CB1E-F828-4F11-99E0-327109AF9DA4}" type="slidenum">
              <a:rPr lang="de-DE" smtClean="0"/>
              <a:pPr/>
              <a:t>19</a:t>
            </a:fld>
            <a:endParaRPr lang="de-DE" dirty="0"/>
          </a:p>
        </p:txBody>
      </p:sp>
      <p:sp>
        <p:nvSpPr>
          <p:cNvPr id="4" name="Footer Placeholder 3">
            <a:extLst>
              <a:ext uri="{FF2B5EF4-FFF2-40B4-BE49-F238E27FC236}">
                <a16:creationId xmlns:a16="http://schemas.microsoft.com/office/drawing/2014/main" id="{89834F68-4BE3-4CFA-9D7D-122B49444E8B}"/>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5303C1D3-845E-4838-B723-09F7B0338DA5}"/>
              </a:ext>
            </a:extLst>
          </p:cNvPr>
          <p:cNvSpPr>
            <a:spLocks noGrp="1"/>
          </p:cNvSpPr>
          <p:nvPr>
            <p:ph type="title"/>
          </p:nvPr>
        </p:nvSpPr>
        <p:spPr/>
        <p:txBody>
          <a:bodyPr/>
          <a:lstStyle/>
          <a:p>
            <a:r>
              <a:rPr lang="de-DE" dirty="0"/>
              <a:t>Bilder - Allgemein</a:t>
            </a:r>
            <a:endParaRPr lang="en-US" dirty="0"/>
          </a:p>
        </p:txBody>
      </p:sp>
    </p:spTree>
    <p:extLst>
      <p:ext uri="{BB962C8B-B14F-4D97-AF65-F5344CB8AC3E}">
        <p14:creationId xmlns:p14="http://schemas.microsoft.com/office/powerpoint/2010/main" val="3895484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DA83A1-33C7-42C4-8F9C-3BD42E18E156}"/>
              </a:ext>
            </a:extLst>
          </p:cNvPr>
          <p:cNvSpPr>
            <a:spLocks noGrp="1"/>
          </p:cNvSpPr>
          <p:nvPr>
            <p:ph idx="1"/>
          </p:nvPr>
        </p:nvSpPr>
        <p:spPr/>
        <p:txBody>
          <a:bodyPr/>
          <a:lstStyle/>
          <a:p>
            <a:r>
              <a:rPr lang="de-DE" dirty="0"/>
              <a:t>Bei kleinen Aufzählungen auf Aufzählungszeichen verzichten und ggf. zusätzliche Leerzeile</a:t>
            </a:r>
          </a:p>
          <a:p>
            <a:r>
              <a:rPr lang="de-DE" dirty="0"/>
              <a:t>Nur die wesentlichen Punkte nennen und Themen auf verschiedene Seiten splitten.</a:t>
            </a:r>
          </a:p>
          <a:p>
            <a:r>
              <a:rPr lang="de-DE" dirty="0"/>
              <a:t>Punkt 1</a:t>
            </a:r>
          </a:p>
          <a:p>
            <a:r>
              <a:rPr lang="de-DE" dirty="0"/>
              <a:t>Punkt 2</a:t>
            </a:r>
          </a:p>
          <a:p>
            <a:endParaRPr lang="de-DE" dirty="0"/>
          </a:p>
          <a:p>
            <a:r>
              <a:rPr lang="de-DE" dirty="0"/>
              <a:t>Wenn Unterpunkte in einer Aufzählung nötig sind ist ein Einrücken mit – möglich</a:t>
            </a:r>
          </a:p>
          <a:p>
            <a:pPr lvl="1"/>
            <a:r>
              <a:rPr lang="de-DE" dirty="0"/>
              <a:t>Unterpunkt 1</a:t>
            </a:r>
          </a:p>
          <a:p>
            <a:pPr lvl="2"/>
            <a:r>
              <a:rPr lang="de-DE" dirty="0"/>
              <a:t>Unterpunkt 1</a:t>
            </a:r>
          </a:p>
          <a:p>
            <a:pPr lvl="2"/>
            <a:r>
              <a:rPr lang="de-DE" dirty="0"/>
              <a:t>Unterpunkt 2</a:t>
            </a:r>
          </a:p>
          <a:p>
            <a:endParaRPr lang="de-DE" dirty="0"/>
          </a:p>
          <a:p>
            <a:r>
              <a:rPr lang="de-DE" dirty="0"/>
              <a:t>Bei größeren Listen die Standardeinstellung • verwenden</a:t>
            </a:r>
          </a:p>
          <a:p>
            <a:pPr lvl="1"/>
            <a:r>
              <a:rPr lang="de-DE" dirty="0"/>
              <a:t>Unterpunkt 1</a:t>
            </a:r>
          </a:p>
          <a:p>
            <a:pPr lvl="1"/>
            <a:r>
              <a:rPr lang="de-DE" dirty="0"/>
              <a:t>Unterpunkt 2</a:t>
            </a:r>
          </a:p>
          <a:p>
            <a:endParaRPr lang="en-US" dirty="0"/>
          </a:p>
        </p:txBody>
      </p:sp>
      <p:sp>
        <p:nvSpPr>
          <p:cNvPr id="3" name="Slide Number Placeholder 2">
            <a:extLst>
              <a:ext uri="{FF2B5EF4-FFF2-40B4-BE49-F238E27FC236}">
                <a16:creationId xmlns:a16="http://schemas.microsoft.com/office/drawing/2014/main" id="{C44891E6-FD77-4ED2-B33D-9D52420B512C}"/>
              </a:ext>
            </a:extLst>
          </p:cNvPr>
          <p:cNvSpPr>
            <a:spLocks noGrp="1"/>
          </p:cNvSpPr>
          <p:nvPr>
            <p:ph type="sldNum" sz="quarter" idx="11"/>
          </p:nvPr>
        </p:nvSpPr>
        <p:spPr/>
        <p:txBody>
          <a:bodyPr/>
          <a:lstStyle/>
          <a:p>
            <a:fld id="{CE58CB1E-F828-4F11-99E0-327109AF9DA4}" type="slidenum">
              <a:rPr lang="de-DE" smtClean="0"/>
              <a:pPr/>
              <a:t>20</a:t>
            </a:fld>
            <a:endParaRPr lang="de-DE" dirty="0"/>
          </a:p>
        </p:txBody>
      </p:sp>
      <p:sp>
        <p:nvSpPr>
          <p:cNvPr id="4" name="Footer Placeholder 3">
            <a:extLst>
              <a:ext uri="{FF2B5EF4-FFF2-40B4-BE49-F238E27FC236}">
                <a16:creationId xmlns:a16="http://schemas.microsoft.com/office/drawing/2014/main" id="{73735118-2018-403D-97C0-573C8DD06D6A}"/>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5E5BBDBF-7D0D-4939-977B-4D07FC6EF406}"/>
              </a:ext>
            </a:extLst>
          </p:cNvPr>
          <p:cNvSpPr>
            <a:spLocks noGrp="1"/>
          </p:cNvSpPr>
          <p:nvPr>
            <p:ph type="title"/>
          </p:nvPr>
        </p:nvSpPr>
        <p:spPr/>
        <p:txBody>
          <a:bodyPr/>
          <a:lstStyle/>
          <a:p>
            <a:r>
              <a:rPr lang="de-DE" dirty="0"/>
              <a:t>Aufzählung</a:t>
            </a:r>
            <a:endParaRPr lang="en-US" dirty="0"/>
          </a:p>
        </p:txBody>
      </p:sp>
    </p:spTree>
    <p:extLst>
      <p:ext uri="{BB962C8B-B14F-4D97-AF65-F5344CB8AC3E}">
        <p14:creationId xmlns:p14="http://schemas.microsoft.com/office/powerpoint/2010/main" val="3934807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A85FF1-78BE-40AA-B019-E2747DBE29E1}"/>
              </a:ext>
            </a:extLst>
          </p:cNvPr>
          <p:cNvSpPr>
            <a:spLocks noGrp="1"/>
          </p:cNvSpPr>
          <p:nvPr>
            <p:ph type="body" sz="quarter" idx="13"/>
          </p:nvPr>
        </p:nvSpPr>
        <p:spPr/>
        <p:txBody>
          <a:bodyPr/>
          <a:lstStyle/>
          <a:p>
            <a:r>
              <a:rPr lang="de-DE" dirty="0"/>
              <a:t>Bildbeschreibung</a:t>
            </a:r>
            <a:br>
              <a:rPr lang="de-DE" dirty="0"/>
            </a:br>
            <a:r>
              <a:rPr lang="de-DE" dirty="0"/>
              <a:t>oberer Bildrand: Begrenzung durch Text</a:t>
            </a:r>
          </a:p>
          <a:p>
            <a:endParaRPr lang="en-US" dirty="0"/>
          </a:p>
        </p:txBody>
      </p:sp>
      <p:sp>
        <p:nvSpPr>
          <p:cNvPr id="3" name="Slide Number Placeholder 2">
            <a:extLst>
              <a:ext uri="{FF2B5EF4-FFF2-40B4-BE49-F238E27FC236}">
                <a16:creationId xmlns:a16="http://schemas.microsoft.com/office/drawing/2014/main" id="{C961E094-9498-4B6A-8E9E-38F2D8748827}"/>
              </a:ext>
            </a:extLst>
          </p:cNvPr>
          <p:cNvSpPr>
            <a:spLocks noGrp="1"/>
          </p:cNvSpPr>
          <p:nvPr>
            <p:ph type="sldNum" sz="quarter" idx="15"/>
          </p:nvPr>
        </p:nvSpPr>
        <p:spPr/>
        <p:txBody>
          <a:bodyPr/>
          <a:lstStyle/>
          <a:p>
            <a:fld id="{CE58CB1E-F828-4F11-99E0-327109AF9DA4}" type="slidenum">
              <a:rPr lang="de-DE" smtClean="0"/>
              <a:pPr/>
              <a:t>21</a:t>
            </a:fld>
            <a:endParaRPr lang="de-DE" dirty="0"/>
          </a:p>
        </p:txBody>
      </p:sp>
      <p:sp>
        <p:nvSpPr>
          <p:cNvPr id="4" name="Footer Placeholder 3">
            <a:extLst>
              <a:ext uri="{FF2B5EF4-FFF2-40B4-BE49-F238E27FC236}">
                <a16:creationId xmlns:a16="http://schemas.microsoft.com/office/drawing/2014/main" id="{40C39931-4DC1-4B88-847F-31E7A9102F25}"/>
              </a:ext>
            </a:extLst>
          </p:cNvPr>
          <p:cNvSpPr>
            <a:spLocks noGrp="1"/>
          </p:cNvSpPr>
          <p:nvPr>
            <p:ph type="ftr" sz="quarter" idx="16"/>
          </p:nvPr>
        </p:nvSpPr>
        <p:spPr/>
        <p:txBody>
          <a:bodyPr/>
          <a:lstStyle/>
          <a:p>
            <a:r>
              <a:rPr lang="de-DE" dirty="0"/>
              <a:t>Dr. rer. nat. Erika Mustermann (TUM) </a:t>
            </a:r>
            <a:r>
              <a:rPr lang="de-DE" noProof="0" dirty="0"/>
              <a:t>| kann beliebig erweitert werden | Infos mit Strich trennen</a:t>
            </a:r>
          </a:p>
        </p:txBody>
      </p:sp>
      <p:sp>
        <p:nvSpPr>
          <p:cNvPr id="5" name="Content Placeholder 4">
            <a:extLst>
              <a:ext uri="{FF2B5EF4-FFF2-40B4-BE49-F238E27FC236}">
                <a16:creationId xmlns:a16="http://schemas.microsoft.com/office/drawing/2014/main" id="{61B5466E-F450-4C9E-95CB-C94D61329A00}"/>
              </a:ext>
            </a:extLst>
          </p:cNvPr>
          <p:cNvSpPr>
            <a:spLocks noGrp="1"/>
          </p:cNvSpPr>
          <p:nvPr>
            <p:ph sz="quarter" idx="18"/>
          </p:nvPr>
        </p:nvSpPr>
        <p:spPr/>
        <p:txBody>
          <a:bodyPr/>
          <a:lstStyle/>
          <a:p>
            <a:endParaRPr lang="en-US" dirty="0"/>
          </a:p>
        </p:txBody>
      </p:sp>
      <p:sp>
        <p:nvSpPr>
          <p:cNvPr id="6" name="Picture Placeholder 5">
            <a:extLst>
              <a:ext uri="{FF2B5EF4-FFF2-40B4-BE49-F238E27FC236}">
                <a16:creationId xmlns:a16="http://schemas.microsoft.com/office/drawing/2014/main" id="{B7801A1E-E597-4305-A6FD-6CB2C988F1A3}"/>
              </a:ext>
            </a:extLst>
          </p:cNvPr>
          <p:cNvSpPr>
            <a:spLocks noGrp="1"/>
          </p:cNvSpPr>
          <p:nvPr>
            <p:ph type="pic" sz="quarter" idx="14"/>
          </p:nvPr>
        </p:nvSpPr>
        <p:spPr/>
        <p:txBody>
          <a:bodyPr/>
          <a:lstStyle/>
          <a:p>
            <a:endParaRPr lang="es-ES"/>
          </a:p>
        </p:txBody>
      </p:sp>
      <p:sp>
        <p:nvSpPr>
          <p:cNvPr id="7" name="Title 6">
            <a:extLst>
              <a:ext uri="{FF2B5EF4-FFF2-40B4-BE49-F238E27FC236}">
                <a16:creationId xmlns:a16="http://schemas.microsoft.com/office/drawing/2014/main" id="{30BCCAE0-0687-4A2C-BA45-3853851D2CBD}"/>
              </a:ext>
            </a:extLst>
          </p:cNvPr>
          <p:cNvSpPr>
            <a:spLocks noGrp="1"/>
          </p:cNvSpPr>
          <p:nvPr>
            <p:ph type="title"/>
          </p:nvPr>
        </p:nvSpPr>
        <p:spPr/>
        <p:txBody>
          <a:bodyPr/>
          <a:lstStyle/>
          <a:p>
            <a:r>
              <a:rPr lang="de-DE" dirty="0"/>
              <a:t>Bilder</a:t>
            </a:r>
          </a:p>
        </p:txBody>
      </p:sp>
    </p:spTree>
    <p:extLst>
      <p:ext uri="{BB962C8B-B14F-4D97-AF65-F5344CB8AC3E}">
        <p14:creationId xmlns:p14="http://schemas.microsoft.com/office/powerpoint/2010/main" val="1717918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50A2EC-1B56-2B5A-E8FF-E25762B3CF50}"/>
              </a:ext>
            </a:extLst>
          </p:cNvPr>
          <p:cNvSpPr>
            <a:spLocks noGrp="1"/>
          </p:cNvSpPr>
          <p:nvPr>
            <p:ph idx="14"/>
          </p:nvPr>
        </p:nvSpPr>
        <p:spPr/>
        <p:txBody>
          <a:bodyPr/>
          <a:lstStyle/>
          <a:p>
            <a:endParaRPr lang="en-GB"/>
          </a:p>
        </p:txBody>
      </p:sp>
      <p:sp>
        <p:nvSpPr>
          <p:cNvPr id="3" name="Content Placeholder 2">
            <a:extLst>
              <a:ext uri="{FF2B5EF4-FFF2-40B4-BE49-F238E27FC236}">
                <a16:creationId xmlns:a16="http://schemas.microsoft.com/office/drawing/2014/main" id="{EB7614E1-2B1E-E4F3-6AC2-572E80EE94D0}"/>
              </a:ext>
            </a:extLst>
          </p:cNvPr>
          <p:cNvSpPr>
            <a:spLocks noGrp="1"/>
          </p:cNvSpPr>
          <p:nvPr>
            <p:ph idx="15"/>
          </p:nvPr>
        </p:nvSpPr>
        <p:spPr/>
        <p:txBody>
          <a:bodyPr/>
          <a:lstStyle/>
          <a:p>
            <a:endParaRPr lang="en-GB"/>
          </a:p>
        </p:txBody>
      </p:sp>
      <p:sp>
        <p:nvSpPr>
          <p:cNvPr id="4" name="Slide Number Placeholder 3">
            <a:extLst>
              <a:ext uri="{FF2B5EF4-FFF2-40B4-BE49-F238E27FC236}">
                <a16:creationId xmlns:a16="http://schemas.microsoft.com/office/drawing/2014/main" id="{FCDC3A72-B94F-581D-AD66-7AC5034B8C9E}"/>
              </a:ext>
            </a:extLst>
          </p:cNvPr>
          <p:cNvSpPr>
            <a:spLocks noGrp="1"/>
          </p:cNvSpPr>
          <p:nvPr>
            <p:ph type="sldNum" sz="quarter" idx="16"/>
          </p:nvPr>
        </p:nvSpPr>
        <p:spPr/>
        <p:txBody>
          <a:bodyPr/>
          <a:lstStyle/>
          <a:p>
            <a:fld id="{CE58CB1E-F828-4F11-99E0-327109AF9DA4}" type="slidenum">
              <a:rPr lang="de-DE" smtClean="0"/>
              <a:pPr/>
              <a:t>22</a:t>
            </a:fld>
            <a:endParaRPr lang="de-DE" dirty="0"/>
          </a:p>
        </p:txBody>
      </p:sp>
      <p:sp>
        <p:nvSpPr>
          <p:cNvPr id="5" name="Footer Placeholder 4">
            <a:extLst>
              <a:ext uri="{FF2B5EF4-FFF2-40B4-BE49-F238E27FC236}">
                <a16:creationId xmlns:a16="http://schemas.microsoft.com/office/drawing/2014/main" id="{630216DB-F473-B707-2C60-605395F71D1C}"/>
              </a:ext>
            </a:extLst>
          </p:cNvPr>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6" name="Title 5">
            <a:extLst>
              <a:ext uri="{FF2B5EF4-FFF2-40B4-BE49-F238E27FC236}">
                <a16:creationId xmlns:a16="http://schemas.microsoft.com/office/drawing/2014/main" id="{AF292C4E-5BA4-3444-F631-FEFB080EF4BE}"/>
              </a:ext>
            </a:extLst>
          </p:cNvPr>
          <p:cNvSpPr>
            <a:spLocks noGrp="1"/>
          </p:cNvSpPr>
          <p:nvPr>
            <p:ph type="title"/>
          </p:nvPr>
        </p:nvSpPr>
        <p:spPr/>
        <p:txBody>
          <a:bodyPr/>
          <a:lstStyle/>
          <a:p>
            <a:r>
              <a:rPr lang="de-DE" dirty="0"/>
              <a:t>Bilder</a:t>
            </a:r>
            <a:endParaRPr lang="en-GB" dirty="0"/>
          </a:p>
        </p:txBody>
      </p:sp>
    </p:spTree>
    <p:extLst>
      <p:ext uri="{BB962C8B-B14F-4D97-AF65-F5344CB8AC3E}">
        <p14:creationId xmlns:p14="http://schemas.microsoft.com/office/powerpoint/2010/main" val="435784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F05BFB-8908-46EB-84F3-3B1D5835FAE4}"/>
              </a:ext>
            </a:extLst>
          </p:cNvPr>
          <p:cNvSpPr>
            <a:spLocks noGrp="1"/>
          </p:cNvSpPr>
          <p:nvPr>
            <p:ph idx="14"/>
          </p:nvPr>
        </p:nvSpPr>
        <p:spPr/>
        <p:txBody>
          <a:bodyPr/>
          <a:lstStyle/>
          <a:p>
            <a:r>
              <a:rPr lang="de-DE" dirty="0"/>
              <a:t>Überschrift 2</a:t>
            </a:r>
          </a:p>
          <a:p>
            <a:r>
              <a:rPr lang="de-DE" dirty="0"/>
              <a:t>Hier steht ein einleitender oder beschreibender Fließtext und nach Wunsch eine Aufzählung</a:t>
            </a:r>
          </a:p>
          <a:p>
            <a:r>
              <a:rPr lang="de-DE" dirty="0"/>
              <a:t>Punkt 1</a:t>
            </a:r>
          </a:p>
          <a:p>
            <a:endParaRPr lang="de-DE" dirty="0"/>
          </a:p>
          <a:p>
            <a:r>
              <a:rPr lang="de-DE" dirty="0"/>
              <a:t>Punkt 2</a:t>
            </a:r>
          </a:p>
          <a:p>
            <a:endParaRPr lang="de-DE" dirty="0"/>
          </a:p>
          <a:p>
            <a:r>
              <a:rPr lang="de-DE" dirty="0"/>
              <a:t>Punkt 3</a:t>
            </a:r>
          </a:p>
          <a:p>
            <a:endParaRPr lang="de-DE" dirty="0"/>
          </a:p>
          <a:p>
            <a:r>
              <a:rPr lang="de-DE" dirty="0"/>
              <a:t>Punkt 4</a:t>
            </a:r>
          </a:p>
          <a:p>
            <a:endParaRPr lang="en-US" dirty="0"/>
          </a:p>
        </p:txBody>
      </p:sp>
      <p:sp>
        <p:nvSpPr>
          <p:cNvPr id="3" name="Content Placeholder 2">
            <a:extLst>
              <a:ext uri="{FF2B5EF4-FFF2-40B4-BE49-F238E27FC236}">
                <a16:creationId xmlns:a16="http://schemas.microsoft.com/office/drawing/2014/main" id="{FD3E2BF3-FCFF-4F3A-9EA3-A0D3D606CDDD}"/>
              </a:ext>
            </a:extLst>
          </p:cNvPr>
          <p:cNvSpPr>
            <a:spLocks noGrp="1"/>
          </p:cNvSpPr>
          <p:nvPr>
            <p:ph idx="15"/>
          </p:nvPr>
        </p:nvSpPr>
        <p:spPr/>
        <p:txBody>
          <a:bodyPr/>
          <a:lstStyle/>
          <a:p>
            <a:endParaRPr lang="en-US"/>
          </a:p>
        </p:txBody>
      </p:sp>
      <p:sp>
        <p:nvSpPr>
          <p:cNvPr id="4" name="Slide Number Placeholder 3">
            <a:extLst>
              <a:ext uri="{FF2B5EF4-FFF2-40B4-BE49-F238E27FC236}">
                <a16:creationId xmlns:a16="http://schemas.microsoft.com/office/drawing/2014/main" id="{B00B1BF6-1E0F-4AD0-89BA-806F600E6D7D}"/>
              </a:ext>
            </a:extLst>
          </p:cNvPr>
          <p:cNvSpPr>
            <a:spLocks noGrp="1"/>
          </p:cNvSpPr>
          <p:nvPr>
            <p:ph type="sldNum" sz="quarter" idx="16"/>
          </p:nvPr>
        </p:nvSpPr>
        <p:spPr/>
        <p:txBody>
          <a:bodyPr/>
          <a:lstStyle/>
          <a:p>
            <a:fld id="{CE58CB1E-F828-4F11-99E0-327109AF9DA4}" type="slidenum">
              <a:rPr lang="de-DE" smtClean="0"/>
              <a:pPr/>
              <a:t>23</a:t>
            </a:fld>
            <a:endParaRPr lang="de-DE" dirty="0"/>
          </a:p>
        </p:txBody>
      </p:sp>
      <p:sp>
        <p:nvSpPr>
          <p:cNvPr id="5" name="Footer Placeholder 4">
            <a:extLst>
              <a:ext uri="{FF2B5EF4-FFF2-40B4-BE49-F238E27FC236}">
                <a16:creationId xmlns:a16="http://schemas.microsoft.com/office/drawing/2014/main" id="{B4AEE372-D5A0-447D-9407-E3C69944FFDA}"/>
              </a:ext>
            </a:extLst>
          </p:cNvPr>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6" name="Title 5">
            <a:extLst>
              <a:ext uri="{FF2B5EF4-FFF2-40B4-BE49-F238E27FC236}">
                <a16:creationId xmlns:a16="http://schemas.microsoft.com/office/drawing/2014/main" id="{0514C42E-BA49-4954-A66B-22C9793B6568}"/>
              </a:ext>
            </a:extLst>
          </p:cNvPr>
          <p:cNvSpPr>
            <a:spLocks noGrp="1"/>
          </p:cNvSpPr>
          <p:nvPr>
            <p:ph type="title"/>
          </p:nvPr>
        </p:nvSpPr>
        <p:spPr/>
        <p:txBody>
          <a:bodyPr/>
          <a:lstStyle/>
          <a:p>
            <a:r>
              <a:rPr lang="de-DE" dirty="0"/>
              <a:t>Bilder</a:t>
            </a:r>
            <a:endParaRPr lang="en-US" dirty="0"/>
          </a:p>
        </p:txBody>
      </p:sp>
    </p:spTree>
    <p:extLst>
      <p:ext uri="{BB962C8B-B14F-4D97-AF65-F5344CB8AC3E}">
        <p14:creationId xmlns:p14="http://schemas.microsoft.com/office/powerpoint/2010/main" val="3265107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C6EAC1-5F22-4CF2-9231-0C74E797FEA5}"/>
              </a:ext>
            </a:extLst>
          </p:cNvPr>
          <p:cNvSpPr>
            <a:spLocks noGrp="1"/>
          </p:cNvSpPr>
          <p:nvPr>
            <p:ph idx="1"/>
          </p:nvPr>
        </p:nvSpPr>
        <p:spPr/>
        <p:txBody>
          <a:bodyPr/>
          <a:lstStyle/>
          <a:p>
            <a:endParaRPr lang="en-US"/>
          </a:p>
        </p:txBody>
      </p:sp>
      <p:sp>
        <p:nvSpPr>
          <p:cNvPr id="3" name="Slide Number Placeholder 2">
            <a:extLst>
              <a:ext uri="{FF2B5EF4-FFF2-40B4-BE49-F238E27FC236}">
                <a16:creationId xmlns:a16="http://schemas.microsoft.com/office/drawing/2014/main" id="{5D64ECBB-3A13-41FA-B2A9-1DDCCDE02EBB}"/>
              </a:ext>
            </a:extLst>
          </p:cNvPr>
          <p:cNvSpPr>
            <a:spLocks noGrp="1"/>
          </p:cNvSpPr>
          <p:nvPr>
            <p:ph type="sldNum" sz="quarter" idx="11"/>
          </p:nvPr>
        </p:nvSpPr>
        <p:spPr/>
        <p:txBody>
          <a:bodyPr/>
          <a:lstStyle/>
          <a:p>
            <a:fld id="{CE58CB1E-F828-4F11-99E0-327109AF9DA4}" type="slidenum">
              <a:rPr lang="de-DE" smtClean="0"/>
              <a:pPr/>
              <a:t>24</a:t>
            </a:fld>
            <a:endParaRPr lang="de-DE" dirty="0"/>
          </a:p>
        </p:txBody>
      </p:sp>
      <p:sp>
        <p:nvSpPr>
          <p:cNvPr id="4" name="Footer Placeholder 3">
            <a:extLst>
              <a:ext uri="{FF2B5EF4-FFF2-40B4-BE49-F238E27FC236}">
                <a16:creationId xmlns:a16="http://schemas.microsoft.com/office/drawing/2014/main" id="{53D935A0-38F6-4399-8C60-AAFF1B191BA6}"/>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F4740027-E91E-4DAB-B05A-E3E7BA828287}"/>
              </a:ext>
            </a:extLst>
          </p:cNvPr>
          <p:cNvSpPr>
            <a:spLocks noGrp="1"/>
          </p:cNvSpPr>
          <p:nvPr>
            <p:ph type="body" sz="quarter" idx="13"/>
          </p:nvPr>
        </p:nvSpPr>
        <p:spPr/>
        <p:txBody>
          <a:bodyPr/>
          <a:lstStyle/>
          <a:p>
            <a:r>
              <a:rPr lang="de-DE" dirty="0"/>
              <a:t>Bildbeschreibung</a:t>
            </a:r>
            <a:br>
              <a:rPr lang="de-DE" dirty="0"/>
            </a:br>
            <a:r>
              <a:rPr lang="de-DE" dirty="0"/>
              <a:t>oberer Bildrand: Begrenzung durch Text</a:t>
            </a:r>
          </a:p>
          <a:p>
            <a:endParaRPr lang="en-US" dirty="0"/>
          </a:p>
        </p:txBody>
      </p:sp>
      <p:sp>
        <p:nvSpPr>
          <p:cNvPr id="6" name="Title 5">
            <a:extLst>
              <a:ext uri="{FF2B5EF4-FFF2-40B4-BE49-F238E27FC236}">
                <a16:creationId xmlns:a16="http://schemas.microsoft.com/office/drawing/2014/main" id="{C929B571-C654-47E4-837F-169518A85D27}"/>
              </a:ext>
            </a:extLst>
          </p:cNvPr>
          <p:cNvSpPr>
            <a:spLocks noGrp="1"/>
          </p:cNvSpPr>
          <p:nvPr>
            <p:ph type="title"/>
          </p:nvPr>
        </p:nvSpPr>
        <p:spPr/>
        <p:txBody>
          <a:bodyPr/>
          <a:lstStyle/>
          <a:p>
            <a:r>
              <a:rPr lang="de-DE" dirty="0"/>
              <a:t>Bilder</a:t>
            </a:r>
            <a:endParaRPr lang="en-US" dirty="0"/>
          </a:p>
        </p:txBody>
      </p:sp>
    </p:spTree>
    <p:extLst>
      <p:ext uri="{BB962C8B-B14F-4D97-AF65-F5344CB8AC3E}">
        <p14:creationId xmlns:p14="http://schemas.microsoft.com/office/powerpoint/2010/main" val="20165082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EC73F-5ADA-45FA-8881-884C4A1B6B30}"/>
              </a:ext>
            </a:extLst>
          </p:cNvPr>
          <p:cNvSpPr>
            <a:spLocks noGrp="1"/>
          </p:cNvSpPr>
          <p:nvPr>
            <p:ph type="sldNum" sz="quarter" idx="15"/>
          </p:nvPr>
        </p:nvSpPr>
        <p:spPr/>
        <p:txBody>
          <a:bodyPr/>
          <a:lstStyle/>
          <a:p>
            <a:fld id="{CE58CB1E-F828-4F11-99E0-327109AF9DA4}" type="slidenum">
              <a:rPr lang="de-DE" smtClean="0"/>
              <a:pPr/>
              <a:t>25</a:t>
            </a:fld>
            <a:endParaRPr lang="de-DE" dirty="0"/>
          </a:p>
        </p:txBody>
      </p:sp>
      <p:sp>
        <p:nvSpPr>
          <p:cNvPr id="3" name="Footer Placeholder 2">
            <a:extLst>
              <a:ext uri="{FF2B5EF4-FFF2-40B4-BE49-F238E27FC236}">
                <a16:creationId xmlns:a16="http://schemas.microsoft.com/office/drawing/2014/main" id="{F250F070-5E13-427F-8E69-64AEBA0C64E3}"/>
              </a:ext>
            </a:extLst>
          </p:cNvPr>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4" name="Picture Placeholder 3">
            <a:extLst>
              <a:ext uri="{FF2B5EF4-FFF2-40B4-BE49-F238E27FC236}">
                <a16:creationId xmlns:a16="http://schemas.microsoft.com/office/drawing/2014/main" id="{E3903DB6-C385-413D-A61A-238876DF1FBE}"/>
              </a:ext>
            </a:extLst>
          </p:cNvPr>
          <p:cNvSpPr>
            <a:spLocks noGrp="1"/>
          </p:cNvSpPr>
          <p:nvPr>
            <p:ph type="pic" sz="quarter" idx="17"/>
          </p:nvPr>
        </p:nvSpPr>
        <p:spPr>
          <a:xfrm>
            <a:off x="0" y="1771076"/>
            <a:ext cx="9144000" cy="3372424"/>
          </a:xfrm>
        </p:spPr>
        <p:txBody>
          <a:bodyPr/>
          <a:lstStyle/>
          <a:p>
            <a:endParaRPr lang="es-ES"/>
          </a:p>
        </p:txBody>
      </p:sp>
      <p:sp>
        <p:nvSpPr>
          <p:cNvPr id="5" name="Text Placeholder 4">
            <a:extLst>
              <a:ext uri="{FF2B5EF4-FFF2-40B4-BE49-F238E27FC236}">
                <a16:creationId xmlns:a16="http://schemas.microsoft.com/office/drawing/2014/main" id="{05A74B60-58F6-40EF-A346-D3FE37FC3C23}"/>
              </a:ext>
            </a:extLst>
          </p:cNvPr>
          <p:cNvSpPr>
            <a:spLocks noGrp="1"/>
          </p:cNvSpPr>
          <p:nvPr>
            <p:ph type="body" sz="quarter" idx="18"/>
          </p:nvPr>
        </p:nvSpPr>
        <p:spPr/>
        <p:txBody>
          <a:bodyPr/>
          <a:lstStyle/>
          <a:p>
            <a:r>
              <a:rPr lang="de-DE" dirty="0"/>
              <a:t>Bildbeschreibung</a:t>
            </a:r>
            <a:br>
              <a:rPr lang="de-DE" dirty="0"/>
            </a:br>
            <a:r>
              <a:rPr lang="de-DE" dirty="0"/>
              <a:t>oberer Bildrand: Begrenzung durch Text</a:t>
            </a:r>
          </a:p>
          <a:p>
            <a:endParaRPr lang="en-US" dirty="0"/>
          </a:p>
        </p:txBody>
      </p:sp>
      <p:sp>
        <p:nvSpPr>
          <p:cNvPr id="6" name="Title 5">
            <a:extLst>
              <a:ext uri="{FF2B5EF4-FFF2-40B4-BE49-F238E27FC236}">
                <a16:creationId xmlns:a16="http://schemas.microsoft.com/office/drawing/2014/main" id="{5C406D19-AEEB-4CF5-96C6-DD1F9D5C9217}"/>
              </a:ext>
            </a:extLst>
          </p:cNvPr>
          <p:cNvSpPr>
            <a:spLocks noGrp="1"/>
          </p:cNvSpPr>
          <p:nvPr>
            <p:ph type="title"/>
          </p:nvPr>
        </p:nvSpPr>
        <p:spPr/>
        <p:txBody>
          <a:bodyPr/>
          <a:lstStyle/>
          <a:p>
            <a:r>
              <a:rPr lang="de-DE" dirty="0"/>
              <a:t>Bilder</a:t>
            </a:r>
          </a:p>
        </p:txBody>
      </p:sp>
    </p:spTree>
    <p:extLst>
      <p:ext uri="{BB962C8B-B14F-4D97-AF65-F5344CB8AC3E}">
        <p14:creationId xmlns:p14="http://schemas.microsoft.com/office/powerpoint/2010/main" val="690762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EC73F-5ADA-45FA-8881-884C4A1B6B30}"/>
              </a:ext>
            </a:extLst>
          </p:cNvPr>
          <p:cNvSpPr>
            <a:spLocks noGrp="1"/>
          </p:cNvSpPr>
          <p:nvPr>
            <p:ph type="sldNum" sz="quarter" idx="15"/>
          </p:nvPr>
        </p:nvSpPr>
        <p:spPr/>
        <p:txBody>
          <a:bodyPr/>
          <a:lstStyle/>
          <a:p>
            <a:fld id="{CE58CB1E-F828-4F11-99E0-327109AF9DA4}" type="slidenum">
              <a:rPr lang="de-DE" smtClean="0"/>
              <a:pPr/>
              <a:t>26</a:t>
            </a:fld>
            <a:endParaRPr lang="de-DE" dirty="0"/>
          </a:p>
        </p:txBody>
      </p:sp>
      <p:sp>
        <p:nvSpPr>
          <p:cNvPr id="3" name="Footer Placeholder 2">
            <a:extLst>
              <a:ext uri="{FF2B5EF4-FFF2-40B4-BE49-F238E27FC236}">
                <a16:creationId xmlns:a16="http://schemas.microsoft.com/office/drawing/2014/main" id="{F250F070-5E13-427F-8E69-64AEBA0C64E3}"/>
              </a:ext>
            </a:extLst>
          </p:cNvPr>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4" name="Picture Placeholder 3">
            <a:extLst>
              <a:ext uri="{FF2B5EF4-FFF2-40B4-BE49-F238E27FC236}">
                <a16:creationId xmlns:a16="http://schemas.microsoft.com/office/drawing/2014/main" id="{E3903DB6-C385-413D-A61A-238876DF1FBE}"/>
              </a:ext>
            </a:extLst>
          </p:cNvPr>
          <p:cNvSpPr>
            <a:spLocks noGrp="1"/>
          </p:cNvSpPr>
          <p:nvPr>
            <p:ph type="pic" sz="quarter" idx="17"/>
          </p:nvPr>
        </p:nvSpPr>
        <p:spPr>
          <a:xfrm>
            <a:off x="0" y="1771076"/>
            <a:ext cx="9144000" cy="3372424"/>
          </a:xfrm>
        </p:spPr>
        <p:txBody>
          <a:bodyPr/>
          <a:lstStyle/>
          <a:p>
            <a:endParaRPr lang="es-ES"/>
          </a:p>
        </p:txBody>
      </p:sp>
      <p:sp>
        <p:nvSpPr>
          <p:cNvPr id="5" name="Text Placeholder 4">
            <a:extLst>
              <a:ext uri="{FF2B5EF4-FFF2-40B4-BE49-F238E27FC236}">
                <a16:creationId xmlns:a16="http://schemas.microsoft.com/office/drawing/2014/main" id="{05A74B60-58F6-40EF-A346-D3FE37FC3C23}"/>
              </a:ext>
            </a:extLst>
          </p:cNvPr>
          <p:cNvSpPr>
            <a:spLocks noGrp="1"/>
          </p:cNvSpPr>
          <p:nvPr>
            <p:ph type="body" sz="quarter" idx="18"/>
          </p:nvPr>
        </p:nvSpPr>
        <p:spPr/>
        <p:txBody>
          <a:bodyPr/>
          <a:lstStyle/>
          <a:p>
            <a:r>
              <a:rPr lang="de-DE" dirty="0"/>
              <a:t>Weißer bzw. transparenter Hintergrund</a:t>
            </a:r>
            <a:br>
              <a:rPr lang="de-DE" dirty="0"/>
            </a:br>
            <a:r>
              <a:rPr lang="de-DE" dirty="0"/>
              <a:t>mit genug Freiraum anordnen</a:t>
            </a:r>
          </a:p>
          <a:p>
            <a:endParaRPr lang="en-US" dirty="0"/>
          </a:p>
        </p:txBody>
      </p:sp>
      <p:sp>
        <p:nvSpPr>
          <p:cNvPr id="6" name="Title 5">
            <a:extLst>
              <a:ext uri="{FF2B5EF4-FFF2-40B4-BE49-F238E27FC236}">
                <a16:creationId xmlns:a16="http://schemas.microsoft.com/office/drawing/2014/main" id="{5C406D19-AEEB-4CF5-96C6-DD1F9D5C9217}"/>
              </a:ext>
            </a:extLst>
          </p:cNvPr>
          <p:cNvSpPr>
            <a:spLocks noGrp="1"/>
          </p:cNvSpPr>
          <p:nvPr>
            <p:ph type="title"/>
          </p:nvPr>
        </p:nvSpPr>
        <p:spPr/>
        <p:txBody>
          <a:bodyPr/>
          <a:lstStyle/>
          <a:p>
            <a:r>
              <a:rPr lang="de-DE" dirty="0"/>
              <a:t>Nicht formatfüllende Bilder</a:t>
            </a:r>
          </a:p>
        </p:txBody>
      </p:sp>
    </p:spTree>
    <p:extLst>
      <p:ext uri="{BB962C8B-B14F-4D97-AF65-F5344CB8AC3E}">
        <p14:creationId xmlns:p14="http://schemas.microsoft.com/office/powerpoint/2010/main" val="17760113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C842F60-ABCD-4687-9702-D43955E0A451}"/>
              </a:ext>
            </a:extLst>
          </p:cNvPr>
          <p:cNvSpPr>
            <a:spLocks noGrp="1"/>
          </p:cNvSpPr>
          <p:nvPr>
            <p:ph type="pic" sz="quarter" idx="14"/>
          </p:nvPr>
        </p:nvSpPr>
        <p:spPr/>
        <p:txBody>
          <a:bodyPr/>
          <a:lstStyle/>
          <a:p>
            <a:endParaRPr lang="es-ES"/>
          </a:p>
        </p:txBody>
      </p:sp>
      <p:sp>
        <p:nvSpPr>
          <p:cNvPr id="3" name="Slide Number Placeholder 2">
            <a:extLst>
              <a:ext uri="{FF2B5EF4-FFF2-40B4-BE49-F238E27FC236}">
                <a16:creationId xmlns:a16="http://schemas.microsoft.com/office/drawing/2014/main" id="{EDFCB050-B11E-43DD-A1F4-F46936124ADA}"/>
              </a:ext>
            </a:extLst>
          </p:cNvPr>
          <p:cNvSpPr>
            <a:spLocks noGrp="1"/>
          </p:cNvSpPr>
          <p:nvPr>
            <p:ph type="sldNum" sz="quarter" idx="15"/>
          </p:nvPr>
        </p:nvSpPr>
        <p:spPr/>
        <p:txBody>
          <a:bodyPr/>
          <a:lstStyle/>
          <a:p>
            <a:fld id="{CE58CB1E-F828-4F11-99E0-327109AF9DA4}" type="slidenum">
              <a:rPr lang="de-DE" smtClean="0"/>
              <a:pPr/>
              <a:t>27</a:t>
            </a:fld>
            <a:endParaRPr lang="de-DE" dirty="0"/>
          </a:p>
        </p:txBody>
      </p:sp>
      <p:sp>
        <p:nvSpPr>
          <p:cNvPr id="4" name="Footer Placeholder 3">
            <a:extLst>
              <a:ext uri="{FF2B5EF4-FFF2-40B4-BE49-F238E27FC236}">
                <a16:creationId xmlns:a16="http://schemas.microsoft.com/office/drawing/2014/main" id="{6047DB3A-5C7D-4BCC-AA09-623DDED6A453}"/>
              </a:ext>
            </a:extLst>
          </p:cNvPr>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5" name="Title 4">
            <a:extLst>
              <a:ext uri="{FF2B5EF4-FFF2-40B4-BE49-F238E27FC236}">
                <a16:creationId xmlns:a16="http://schemas.microsoft.com/office/drawing/2014/main" id="{FD152465-AF3D-42CF-A0ED-5D1FC584AD1F}"/>
              </a:ext>
            </a:extLst>
          </p:cNvPr>
          <p:cNvSpPr>
            <a:spLocks noGrp="1"/>
          </p:cNvSpPr>
          <p:nvPr>
            <p:ph type="title"/>
          </p:nvPr>
        </p:nvSpPr>
        <p:spPr/>
        <p:txBody>
          <a:bodyPr/>
          <a:lstStyle/>
          <a:p>
            <a:r>
              <a:rPr lang="de-DE" dirty="0"/>
              <a:t>Bilder Format füllend - maximale Bildgröße</a:t>
            </a:r>
            <a:endParaRPr lang="en-US" dirty="0"/>
          </a:p>
        </p:txBody>
      </p:sp>
    </p:spTree>
    <p:extLst>
      <p:ext uri="{BB962C8B-B14F-4D97-AF65-F5344CB8AC3E}">
        <p14:creationId xmlns:p14="http://schemas.microsoft.com/office/powerpoint/2010/main" val="27354727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CEB6E5-E487-4489-BCB4-AABD438F8135}"/>
              </a:ext>
            </a:extLst>
          </p:cNvPr>
          <p:cNvSpPr>
            <a:spLocks noGrp="1"/>
          </p:cNvSpPr>
          <p:nvPr>
            <p:ph type="sldNum" sz="quarter" idx="15"/>
          </p:nvPr>
        </p:nvSpPr>
        <p:spPr/>
        <p:txBody>
          <a:bodyPr/>
          <a:lstStyle/>
          <a:p>
            <a:fld id="{CE58CB1E-F828-4F11-99E0-327109AF9DA4}" type="slidenum">
              <a:rPr lang="de-DE" smtClean="0"/>
              <a:pPr/>
              <a:t>28</a:t>
            </a:fld>
            <a:endParaRPr lang="de-DE" dirty="0"/>
          </a:p>
        </p:txBody>
      </p:sp>
      <p:sp>
        <p:nvSpPr>
          <p:cNvPr id="3" name="Footer Placeholder 2">
            <a:extLst>
              <a:ext uri="{FF2B5EF4-FFF2-40B4-BE49-F238E27FC236}">
                <a16:creationId xmlns:a16="http://schemas.microsoft.com/office/drawing/2014/main" id="{A3D95715-3AD4-4064-80E8-E3D8E7B06ADD}"/>
              </a:ext>
            </a:extLst>
          </p:cNvPr>
          <p:cNvSpPr>
            <a:spLocks noGrp="1"/>
          </p:cNvSpPr>
          <p:nvPr>
            <p:ph type="ftr" sz="quarter" idx="16"/>
          </p:nvPr>
        </p:nvSpPr>
        <p:spPr/>
        <p:txBody>
          <a:bodyPr/>
          <a:lstStyle/>
          <a:p>
            <a:r>
              <a:rPr lang="de-DE" dirty="0"/>
              <a:t>Dr. rer. nat. Erika Mustermann (TUM) </a:t>
            </a:r>
            <a:r>
              <a:rPr lang="de-DE" noProof="0" dirty="0"/>
              <a:t>| kann beliebig erweitert werden | Infos mit Strich trennen</a:t>
            </a:r>
          </a:p>
        </p:txBody>
      </p:sp>
      <p:sp>
        <p:nvSpPr>
          <p:cNvPr id="4" name="Content Placeholder 3">
            <a:extLst>
              <a:ext uri="{FF2B5EF4-FFF2-40B4-BE49-F238E27FC236}">
                <a16:creationId xmlns:a16="http://schemas.microsoft.com/office/drawing/2014/main" id="{3B66D38F-04E1-40B0-B08E-315947FC810C}"/>
              </a:ext>
            </a:extLst>
          </p:cNvPr>
          <p:cNvSpPr>
            <a:spLocks noGrp="1"/>
          </p:cNvSpPr>
          <p:nvPr>
            <p:ph sz="quarter" idx="18"/>
          </p:nvPr>
        </p:nvSpPr>
        <p:spPr/>
        <p:txBody>
          <a:bodyPr/>
          <a:lstStyle/>
          <a:p>
            <a:r>
              <a:rPr lang="de-DE" dirty="0"/>
              <a:t>Bilderklärung</a:t>
            </a:r>
          </a:p>
          <a:p>
            <a:endParaRPr lang="en-US" dirty="0"/>
          </a:p>
        </p:txBody>
      </p:sp>
      <p:sp>
        <p:nvSpPr>
          <p:cNvPr id="5" name="Picture Placeholder 4">
            <a:extLst>
              <a:ext uri="{FF2B5EF4-FFF2-40B4-BE49-F238E27FC236}">
                <a16:creationId xmlns:a16="http://schemas.microsoft.com/office/drawing/2014/main" id="{4F4F6ABA-0351-43C0-A108-2528D21ADE78}"/>
              </a:ext>
            </a:extLst>
          </p:cNvPr>
          <p:cNvSpPr>
            <a:spLocks noGrp="1"/>
          </p:cNvSpPr>
          <p:nvPr>
            <p:ph type="pic" sz="quarter" idx="14"/>
          </p:nvPr>
        </p:nvSpPr>
        <p:spPr/>
        <p:txBody>
          <a:bodyPr/>
          <a:lstStyle/>
          <a:p>
            <a:endParaRPr lang="es-ES"/>
          </a:p>
        </p:txBody>
      </p:sp>
      <p:sp>
        <p:nvSpPr>
          <p:cNvPr id="6" name="Text Placeholder 5">
            <a:extLst>
              <a:ext uri="{FF2B5EF4-FFF2-40B4-BE49-F238E27FC236}">
                <a16:creationId xmlns:a16="http://schemas.microsoft.com/office/drawing/2014/main" id="{9BB468F8-2442-4039-ACA6-B13B0D7EB205}"/>
              </a:ext>
            </a:extLst>
          </p:cNvPr>
          <p:cNvSpPr>
            <a:spLocks noGrp="1"/>
          </p:cNvSpPr>
          <p:nvPr>
            <p:ph type="body" sz="quarter" idx="19"/>
          </p:nvPr>
        </p:nvSpPr>
        <p:spPr/>
        <p:txBody>
          <a:bodyPr/>
          <a:lstStyle/>
          <a:p>
            <a:r>
              <a:rPr lang="de-DE" dirty="0"/>
              <a:t>Alternativ mit formatfüllendem Hintergrund: 5 % schwarz</a:t>
            </a:r>
          </a:p>
          <a:p>
            <a:r>
              <a:rPr lang="de-DE" dirty="0"/>
              <a:t>Beschriftungen können zusätzlich neben den Bildern angebracht werden</a:t>
            </a:r>
          </a:p>
          <a:p>
            <a:endParaRPr lang="en-US" dirty="0"/>
          </a:p>
        </p:txBody>
      </p:sp>
      <p:sp>
        <p:nvSpPr>
          <p:cNvPr id="7" name="Title 6">
            <a:extLst>
              <a:ext uri="{FF2B5EF4-FFF2-40B4-BE49-F238E27FC236}">
                <a16:creationId xmlns:a16="http://schemas.microsoft.com/office/drawing/2014/main" id="{25FA6635-9913-4DE0-B89C-850A119720F4}"/>
              </a:ext>
            </a:extLst>
          </p:cNvPr>
          <p:cNvSpPr>
            <a:spLocks noGrp="1"/>
          </p:cNvSpPr>
          <p:nvPr>
            <p:ph type="title"/>
          </p:nvPr>
        </p:nvSpPr>
        <p:spPr/>
        <p:txBody>
          <a:bodyPr/>
          <a:lstStyle/>
          <a:p>
            <a:r>
              <a:rPr lang="de-DE" dirty="0"/>
              <a:t>Nicht Format füllende Bilder</a:t>
            </a:r>
            <a:endParaRPr lang="en-US" dirty="0"/>
          </a:p>
        </p:txBody>
      </p:sp>
    </p:spTree>
    <p:extLst>
      <p:ext uri="{BB962C8B-B14F-4D97-AF65-F5344CB8AC3E}">
        <p14:creationId xmlns:p14="http://schemas.microsoft.com/office/powerpoint/2010/main" val="34730099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35C566-DAA7-46B7-9C72-84D46E008213}"/>
              </a:ext>
            </a:extLst>
          </p:cNvPr>
          <p:cNvSpPr>
            <a:spLocks noGrp="1"/>
          </p:cNvSpPr>
          <p:nvPr>
            <p:ph type="sldNum" sz="quarter" idx="11"/>
          </p:nvPr>
        </p:nvSpPr>
        <p:spPr/>
        <p:txBody>
          <a:bodyPr/>
          <a:lstStyle/>
          <a:p>
            <a:fld id="{CE58CB1E-F828-4F11-99E0-327109AF9DA4}" type="slidenum">
              <a:rPr lang="de-DE" smtClean="0"/>
              <a:pPr/>
              <a:t>29</a:t>
            </a:fld>
            <a:endParaRPr lang="de-DE" dirty="0"/>
          </a:p>
        </p:txBody>
      </p:sp>
      <p:sp>
        <p:nvSpPr>
          <p:cNvPr id="4" name="Footer Placeholder 3">
            <a:extLst>
              <a:ext uri="{FF2B5EF4-FFF2-40B4-BE49-F238E27FC236}">
                <a16:creationId xmlns:a16="http://schemas.microsoft.com/office/drawing/2014/main" id="{29C1DBAB-F276-4EC5-BE3A-C6B25EB879C9}"/>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B72F6346-9A7C-4A4E-BFA4-E54858325031}"/>
              </a:ext>
            </a:extLst>
          </p:cNvPr>
          <p:cNvSpPr>
            <a:spLocks noGrp="1"/>
          </p:cNvSpPr>
          <p:nvPr>
            <p:ph type="body" sz="quarter" idx="13"/>
          </p:nvPr>
        </p:nvSpPr>
        <p:spPr/>
        <p:txBody>
          <a:bodyPr/>
          <a:lstStyle/>
          <a:p>
            <a:r>
              <a:rPr lang="de-DE" dirty="0"/>
              <a:t>Tabelle ohne Farbe und kein Rand</a:t>
            </a:r>
            <a:br>
              <a:rPr lang="de-DE" dirty="0"/>
            </a:br>
            <a:r>
              <a:rPr lang="de-DE" dirty="0"/>
              <a:t>innerer Seitenrand links 0 cm, oben z.B. 0,5 cm (für genug Zeilenabstand innerhalb) </a:t>
            </a:r>
          </a:p>
          <a:p>
            <a:endParaRPr lang="en-US" dirty="0"/>
          </a:p>
        </p:txBody>
      </p:sp>
      <p:sp>
        <p:nvSpPr>
          <p:cNvPr id="6" name="Title 5">
            <a:extLst>
              <a:ext uri="{FF2B5EF4-FFF2-40B4-BE49-F238E27FC236}">
                <a16:creationId xmlns:a16="http://schemas.microsoft.com/office/drawing/2014/main" id="{2DE6C2B9-B188-49AA-85A7-D552754022C9}"/>
              </a:ext>
            </a:extLst>
          </p:cNvPr>
          <p:cNvSpPr>
            <a:spLocks noGrp="1"/>
          </p:cNvSpPr>
          <p:nvPr>
            <p:ph type="title"/>
          </p:nvPr>
        </p:nvSpPr>
        <p:spPr/>
        <p:txBody>
          <a:bodyPr/>
          <a:lstStyle/>
          <a:p>
            <a:r>
              <a:rPr lang="de-DE" dirty="0"/>
              <a:t>Tabelle – Beispiel 1</a:t>
            </a:r>
            <a:endParaRPr lang="en-US" dirty="0"/>
          </a:p>
        </p:txBody>
      </p:sp>
      <p:pic>
        <p:nvPicPr>
          <p:cNvPr id="7" name="Picture 6">
            <a:extLst>
              <a:ext uri="{FF2B5EF4-FFF2-40B4-BE49-F238E27FC236}">
                <a16:creationId xmlns:a16="http://schemas.microsoft.com/office/drawing/2014/main" id="{2EBF4EFA-5CC0-48EF-9098-8D831EE14A5E}"/>
              </a:ext>
            </a:extLst>
          </p:cNvPr>
          <p:cNvPicPr>
            <a:picLocks noChangeAspect="1"/>
          </p:cNvPicPr>
          <p:nvPr/>
        </p:nvPicPr>
        <p:blipFill>
          <a:blip r:embed="rId2"/>
          <a:stretch>
            <a:fillRect/>
          </a:stretch>
        </p:blipFill>
        <p:spPr>
          <a:xfrm>
            <a:off x="319090" y="2118784"/>
            <a:ext cx="8516850" cy="1682642"/>
          </a:xfrm>
          <a:prstGeom prst="rect">
            <a:avLst/>
          </a:prstGeom>
        </p:spPr>
      </p:pic>
    </p:spTree>
    <p:extLst>
      <p:ext uri="{BB962C8B-B14F-4D97-AF65-F5344CB8AC3E}">
        <p14:creationId xmlns:p14="http://schemas.microsoft.com/office/powerpoint/2010/main" val="2617115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ECE4A1F-B9E0-4888-BAEA-2B3CD0E79743}"/>
              </a:ext>
            </a:extLst>
          </p:cNvPr>
          <p:cNvSpPr>
            <a:spLocks noGrp="1"/>
          </p:cNvSpPr>
          <p:nvPr>
            <p:ph type="sldNum" sz="quarter" idx="11"/>
          </p:nvPr>
        </p:nvSpPr>
        <p:spPr/>
        <p:txBody>
          <a:bodyPr/>
          <a:lstStyle/>
          <a:p>
            <a:fld id="{CE58CB1E-F828-4F11-99E0-327109AF9DA4}" type="slidenum">
              <a:rPr lang="de-DE" smtClean="0"/>
              <a:pPr/>
              <a:t>30</a:t>
            </a:fld>
            <a:endParaRPr lang="de-DE" dirty="0"/>
          </a:p>
        </p:txBody>
      </p:sp>
      <p:sp>
        <p:nvSpPr>
          <p:cNvPr id="4" name="Footer Placeholder 3">
            <a:extLst>
              <a:ext uri="{FF2B5EF4-FFF2-40B4-BE49-F238E27FC236}">
                <a16:creationId xmlns:a16="http://schemas.microsoft.com/office/drawing/2014/main" id="{4B0F69C2-DAA4-4504-A82F-E14E9FF0BD90}"/>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28B00EFA-8ADF-4519-A704-B3B184E21E36}"/>
              </a:ext>
            </a:extLst>
          </p:cNvPr>
          <p:cNvSpPr>
            <a:spLocks noGrp="1"/>
          </p:cNvSpPr>
          <p:nvPr>
            <p:ph type="body" sz="quarter" idx="13"/>
          </p:nvPr>
        </p:nvSpPr>
        <p:spPr/>
        <p:txBody>
          <a:bodyPr/>
          <a:lstStyle/>
          <a:p>
            <a:r>
              <a:rPr lang="de-DE" dirty="0"/>
              <a:t>Tabelle mit schwarzem Rand</a:t>
            </a:r>
            <a:br>
              <a:rPr lang="de-DE" dirty="0"/>
            </a:br>
            <a:r>
              <a:rPr lang="de-DE" dirty="0"/>
              <a:t>innerer Seitenrand links 0,15 cm, oben z.B. 0,5 cm (für genug Zeilenabstand innerhalb) </a:t>
            </a:r>
          </a:p>
          <a:p>
            <a:endParaRPr lang="en-US" dirty="0"/>
          </a:p>
        </p:txBody>
      </p:sp>
      <p:sp>
        <p:nvSpPr>
          <p:cNvPr id="6" name="Title 5">
            <a:extLst>
              <a:ext uri="{FF2B5EF4-FFF2-40B4-BE49-F238E27FC236}">
                <a16:creationId xmlns:a16="http://schemas.microsoft.com/office/drawing/2014/main" id="{1602C32C-8256-48D8-90FD-4264D4AA6766}"/>
              </a:ext>
            </a:extLst>
          </p:cNvPr>
          <p:cNvSpPr>
            <a:spLocks noGrp="1"/>
          </p:cNvSpPr>
          <p:nvPr>
            <p:ph type="title"/>
          </p:nvPr>
        </p:nvSpPr>
        <p:spPr/>
        <p:txBody>
          <a:bodyPr/>
          <a:lstStyle/>
          <a:p>
            <a:r>
              <a:rPr lang="de-DE" dirty="0"/>
              <a:t>Tabelle – Beispiel 2</a:t>
            </a:r>
            <a:endParaRPr lang="en-US" dirty="0"/>
          </a:p>
        </p:txBody>
      </p:sp>
      <p:graphicFrame>
        <p:nvGraphicFramePr>
          <p:cNvPr id="8" name="Inhaltsplatzhalter 6">
            <a:extLst>
              <a:ext uri="{FF2B5EF4-FFF2-40B4-BE49-F238E27FC236}">
                <a16:creationId xmlns:a16="http://schemas.microsoft.com/office/drawing/2014/main" id="{21165FDA-45FF-4A0B-84AD-49ACB5E17A7A}"/>
              </a:ext>
            </a:extLst>
          </p:cNvPr>
          <p:cNvGraphicFramePr>
            <a:graphicFrameLocks/>
          </p:cNvGraphicFramePr>
          <p:nvPr/>
        </p:nvGraphicFramePr>
        <p:xfrm>
          <a:off x="319088" y="2314575"/>
          <a:ext cx="8509507" cy="1589400"/>
        </p:xfrm>
        <a:graphic>
          <a:graphicData uri="http://schemas.openxmlformats.org/drawingml/2006/table">
            <a:tbl>
              <a:tblPr bandRow="1">
                <a:tableStyleId>{5940675A-B579-460E-94D1-54222C63F5DA}</a:tableStyleId>
              </a:tblPr>
              <a:tblGrid>
                <a:gridCol w="3493889">
                  <a:extLst>
                    <a:ext uri="{9D8B030D-6E8A-4147-A177-3AD203B41FA5}">
                      <a16:colId xmlns:a16="http://schemas.microsoft.com/office/drawing/2014/main" val="20000"/>
                    </a:ext>
                  </a:extLst>
                </a:gridCol>
                <a:gridCol w="5015618">
                  <a:extLst>
                    <a:ext uri="{9D8B030D-6E8A-4147-A177-3AD203B41FA5}">
                      <a16:colId xmlns:a16="http://schemas.microsoft.com/office/drawing/2014/main" val="20001"/>
                    </a:ext>
                  </a:extLst>
                </a:gridCol>
              </a:tblGrid>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Ø - Strecke</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39 km/Tag (14.360 km/Jahr)</a:t>
                      </a:r>
                      <a:endParaRPr lang="de-DE" sz="1200" dirty="0">
                        <a:latin typeface="+mn-lt"/>
                      </a:endParaRPr>
                    </a:p>
                  </a:txBody>
                  <a:tcPr marL="54000" marR="0" marT="135000" marB="0" anchor="ctr"/>
                </a:tc>
                <a:extLst>
                  <a:ext uri="{0D108BD9-81ED-4DB2-BD59-A6C34878D82A}">
                    <a16:rowId xmlns:a16="http://schemas.microsoft.com/office/drawing/2014/main" val="10000"/>
                  </a:ext>
                </a:extLst>
              </a:tr>
              <a:tr h="317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Ø - Geschwindigkeit</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25 km/h</a:t>
                      </a:r>
                      <a:endParaRPr lang="de-DE" sz="1200" dirty="0">
                        <a:latin typeface="+mn-lt"/>
                      </a:endParaRPr>
                    </a:p>
                  </a:txBody>
                  <a:tcPr marL="54000" marR="0" marT="135000" marB="0" anchor="ctr"/>
                </a:tc>
                <a:extLst>
                  <a:ext uri="{0D108BD9-81ED-4DB2-BD59-A6C34878D82A}">
                    <a16:rowId xmlns:a16="http://schemas.microsoft.com/office/drawing/2014/main" val="10001"/>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Ø - Verfügbare Ladezeit</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22 h/Tag</a:t>
                      </a:r>
                      <a:endParaRPr lang="de-DE" sz="1200" dirty="0">
                        <a:latin typeface="+mn-lt"/>
                      </a:endParaRPr>
                    </a:p>
                  </a:txBody>
                  <a:tcPr marL="54000" marR="0" marT="135000" marB="0" anchor="ctr"/>
                </a:tc>
                <a:extLst>
                  <a:ext uri="{0D108BD9-81ED-4DB2-BD59-A6C34878D82A}">
                    <a16:rowId xmlns:a16="http://schemas.microsoft.com/office/drawing/2014/main" val="10002"/>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Kosten</a:t>
                      </a:r>
                      <a:endParaRPr lang="de-DE" sz="1200" dirty="0">
                        <a:latin typeface="+mn-lt"/>
                      </a:endParaRPr>
                    </a:p>
                  </a:txBody>
                  <a:tcPr marL="54000" marR="0" marT="13500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Kleinwagen mit Verbrennungsmotor</a:t>
                      </a:r>
                      <a:endParaRPr lang="de-DE" sz="1200" dirty="0">
                        <a:latin typeface="+mn-lt"/>
                      </a:endParaRPr>
                    </a:p>
                  </a:txBody>
                  <a:tcPr marL="54000" marR="0" marT="135000" marB="0" anchor="ctr"/>
                </a:tc>
                <a:extLst>
                  <a:ext uri="{0D108BD9-81ED-4DB2-BD59-A6C34878D82A}">
                    <a16:rowId xmlns:a16="http://schemas.microsoft.com/office/drawing/2014/main" val="10003"/>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Einsatzgebiet</a:t>
                      </a:r>
                      <a:endParaRPr lang="de-DE" sz="1200" b="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Stadt und Umland</a:t>
                      </a:r>
                      <a:endParaRPr lang="de-DE" sz="1200" dirty="0">
                        <a:latin typeface="+mn-lt"/>
                      </a:endParaRPr>
                    </a:p>
                  </a:txBody>
                  <a:tcPr marL="54000" marR="0" marT="13500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13362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0C41E1D-513A-4951-B8BD-E9D1D830C7E9}"/>
              </a:ext>
            </a:extLst>
          </p:cNvPr>
          <p:cNvSpPr>
            <a:spLocks noGrp="1"/>
          </p:cNvSpPr>
          <p:nvPr>
            <p:ph type="sldNum" sz="quarter" idx="11"/>
          </p:nvPr>
        </p:nvSpPr>
        <p:spPr/>
        <p:txBody>
          <a:bodyPr/>
          <a:lstStyle/>
          <a:p>
            <a:fld id="{CE58CB1E-F828-4F11-99E0-327109AF9DA4}" type="slidenum">
              <a:rPr lang="de-DE" smtClean="0"/>
              <a:pPr/>
              <a:t>31</a:t>
            </a:fld>
            <a:endParaRPr lang="de-DE" dirty="0"/>
          </a:p>
        </p:txBody>
      </p:sp>
      <p:sp>
        <p:nvSpPr>
          <p:cNvPr id="4" name="Footer Placeholder 3">
            <a:extLst>
              <a:ext uri="{FF2B5EF4-FFF2-40B4-BE49-F238E27FC236}">
                <a16:creationId xmlns:a16="http://schemas.microsoft.com/office/drawing/2014/main" id="{2520F5BC-73DC-4629-911D-0E631C5CA620}"/>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5" name="Text Placeholder 4">
            <a:extLst>
              <a:ext uri="{FF2B5EF4-FFF2-40B4-BE49-F238E27FC236}">
                <a16:creationId xmlns:a16="http://schemas.microsoft.com/office/drawing/2014/main" id="{7597AAF7-DC61-4A44-ADCA-D7892B90FA5E}"/>
              </a:ext>
            </a:extLst>
          </p:cNvPr>
          <p:cNvSpPr>
            <a:spLocks noGrp="1"/>
          </p:cNvSpPr>
          <p:nvPr>
            <p:ph type="body" sz="quarter" idx="13"/>
          </p:nvPr>
        </p:nvSpPr>
        <p:spPr/>
        <p:txBody>
          <a:bodyPr/>
          <a:lstStyle/>
          <a:p>
            <a:r>
              <a:rPr lang="de-DE" dirty="0"/>
              <a:t>Nach Möglichkeit linksbündig bleiben</a:t>
            </a:r>
            <a:br>
              <a:rPr lang="de-DE" dirty="0"/>
            </a:br>
            <a:r>
              <a:rPr lang="de-DE" dirty="0"/>
              <a:t>Unnötige Striche und Balken vermeiden</a:t>
            </a:r>
          </a:p>
          <a:p>
            <a:endParaRPr lang="en-US" dirty="0"/>
          </a:p>
        </p:txBody>
      </p:sp>
      <p:sp>
        <p:nvSpPr>
          <p:cNvPr id="6" name="Title 5">
            <a:extLst>
              <a:ext uri="{FF2B5EF4-FFF2-40B4-BE49-F238E27FC236}">
                <a16:creationId xmlns:a16="http://schemas.microsoft.com/office/drawing/2014/main" id="{8410190E-A541-47D8-A69A-DC6B5EC3A868}"/>
              </a:ext>
            </a:extLst>
          </p:cNvPr>
          <p:cNvSpPr>
            <a:spLocks noGrp="1"/>
          </p:cNvSpPr>
          <p:nvPr>
            <p:ph type="title"/>
          </p:nvPr>
        </p:nvSpPr>
        <p:spPr/>
        <p:txBody>
          <a:bodyPr/>
          <a:lstStyle/>
          <a:p>
            <a:r>
              <a:rPr lang="de-DE" dirty="0"/>
              <a:t>Diagramme – Beispiel 1</a:t>
            </a:r>
            <a:endParaRPr lang="en-US" dirty="0"/>
          </a:p>
        </p:txBody>
      </p:sp>
      <p:graphicFrame>
        <p:nvGraphicFramePr>
          <p:cNvPr id="7" name="Inhaltsplatzhalter 13">
            <a:extLst>
              <a:ext uri="{FF2B5EF4-FFF2-40B4-BE49-F238E27FC236}">
                <a16:creationId xmlns:a16="http://schemas.microsoft.com/office/drawing/2014/main" id="{5D431881-0427-4DA1-A74D-D4205A58E906}"/>
              </a:ext>
            </a:extLst>
          </p:cNvPr>
          <p:cNvGraphicFramePr>
            <a:graphicFrameLocks noGrp="1"/>
          </p:cNvGraphicFramePr>
          <p:nvPr>
            <p:ph idx="1"/>
            <p:extLst>
              <p:ext uri="{D42A27DB-BD31-4B8C-83A1-F6EECF244321}">
                <p14:modId xmlns:p14="http://schemas.microsoft.com/office/powerpoint/2010/main" val="2068595699"/>
              </p:ext>
            </p:extLst>
          </p:nvPr>
        </p:nvGraphicFramePr>
        <p:xfrm>
          <a:off x="319088" y="1785938"/>
          <a:ext cx="8509000" cy="29003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53671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46D4518-5728-43E9-AD3C-D24D770B7BBE}"/>
              </a:ext>
            </a:extLst>
          </p:cNvPr>
          <p:cNvSpPr>
            <a:spLocks noGrp="1"/>
          </p:cNvSpPr>
          <p:nvPr>
            <p:ph type="sldNum" sz="quarter" idx="11"/>
          </p:nvPr>
        </p:nvSpPr>
        <p:spPr/>
        <p:txBody>
          <a:bodyPr/>
          <a:lstStyle/>
          <a:p>
            <a:fld id="{CE58CB1E-F828-4F11-99E0-327109AF9DA4}" type="slidenum">
              <a:rPr lang="de-DE" smtClean="0"/>
              <a:pPr/>
              <a:t>32</a:t>
            </a:fld>
            <a:endParaRPr lang="de-DE" dirty="0"/>
          </a:p>
        </p:txBody>
      </p:sp>
      <p:sp>
        <p:nvSpPr>
          <p:cNvPr id="4" name="Footer Placeholder 3">
            <a:extLst>
              <a:ext uri="{FF2B5EF4-FFF2-40B4-BE49-F238E27FC236}">
                <a16:creationId xmlns:a16="http://schemas.microsoft.com/office/drawing/2014/main" id="{AC751C35-FC99-43BB-8693-724BA423B88B}"/>
              </a:ext>
            </a:extLst>
          </p:cNvPr>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6" name="Title 5">
            <a:extLst>
              <a:ext uri="{FF2B5EF4-FFF2-40B4-BE49-F238E27FC236}">
                <a16:creationId xmlns:a16="http://schemas.microsoft.com/office/drawing/2014/main" id="{CEEF6E29-DAA5-42CA-BCDC-C446AC378C82}"/>
              </a:ext>
            </a:extLst>
          </p:cNvPr>
          <p:cNvSpPr>
            <a:spLocks noGrp="1"/>
          </p:cNvSpPr>
          <p:nvPr>
            <p:ph type="title"/>
          </p:nvPr>
        </p:nvSpPr>
        <p:spPr/>
        <p:txBody>
          <a:bodyPr/>
          <a:lstStyle/>
          <a:p>
            <a:r>
              <a:rPr lang="de-DE" dirty="0"/>
              <a:t>Diagramme</a:t>
            </a:r>
            <a:endParaRPr lang="en-US" dirty="0"/>
          </a:p>
        </p:txBody>
      </p:sp>
      <p:graphicFrame>
        <p:nvGraphicFramePr>
          <p:cNvPr id="7" name="Inhaltsplatzhalter 5">
            <a:extLst>
              <a:ext uri="{FF2B5EF4-FFF2-40B4-BE49-F238E27FC236}">
                <a16:creationId xmlns:a16="http://schemas.microsoft.com/office/drawing/2014/main" id="{D449687F-6099-4709-A71D-5A8478389920}"/>
              </a:ext>
            </a:extLst>
          </p:cNvPr>
          <p:cNvGraphicFramePr>
            <a:graphicFrameLocks noGrp="1"/>
          </p:cNvGraphicFramePr>
          <p:nvPr>
            <p:ph idx="1"/>
            <p:extLst>
              <p:ext uri="{D42A27DB-BD31-4B8C-83A1-F6EECF244321}">
                <p14:modId xmlns:p14="http://schemas.microsoft.com/office/powerpoint/2010/main" val="373587410"/>
              </p:ext>
            </p:extLst>
          </p:nvPr>
        </p:nvGraphicFramePr>
        <p:xfrm>
          <a:off x="319088" y="1785938"/>
          <a:ext cx="8509000" cy="29003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84702021"/>
      </p:ext>
    </p:extLst>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F39E7027-915F-7341-A9EA-C8CBFD2E8FA2}"/>
    </a:ext>
  </a:extLst>
</a:theme>
</file>

<file path=ppt/theme/theme2.xml><?xml version="1.0" encoding="utf-8"?>
<a:theme xmlns:a="http://schemas.openxmlformats.org/drawingml/2006/main" name="Title Blan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BD7862EB-E8D6-994B-BBF4-6CC3FFF92DD2}"/>
    </a:ext>
  </a:extLst>
</a:theme>
</file>

<file path=ppt/theme/theme4.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16AD8073-F55B-9144-802C-46456E9E217B}"/>
    </a:ext>
  </a:extLst>
</a:theme>
</file>

<file path=ppt/theme/theme5.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741D405E-8307-9B40-9F97-3F5DAC837EF3}"/>
    </a:ext>
  </a:extLst>
</a:theme>
</file>

<file path=ppt/theme/theme6.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4BFAB656-7532-6C41-9541-858AFF7D6765}"/>
    </a:ext>
  </a:extLst>
</a:theme>
</file>

<file path=ppt/theme/theme7.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A724F04A-1212-AA4C-B6F1-157BE88DDFD7}"/>
    </a:ext>
  </a:ext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TUM_Praesentation_p_v1_16-9 (5)</Template>
  <TotalTime>0</TotalTime>
  <Words>1899</Words>
  <Application>Microsoft Office PowerPoint</Application>
  <PresentationFormat>Presentación en pantalla (16:9)</PresentationFormat>
  <Paragraphs>241</Paragraphs>
  <Slides>32</Slides>
  <Notes>1</Notes>
  <HiddenSlides>0</HiddenSlides>
  <MMClips>0</MMClips>
  <ScaleCrop>false</ScaleCrop>
  <HeadingPairs>
    <vt:vector size="6" baseType="variant">
      <vt:variant>
        <vt:lpstr>Fuentes usadas</vt:lpstr>
      </vt:variant>
      <vt:variant>
        <vt:i4>7</vt:i4>
      </vt:variant>
      <vt:variant>
        <vt:lpstr>Tema</vt:lpstr>
      </vt:variant>
      <vt:variant>
        <vt:i4>7</vt:i4>
      </vt:variant>
      <vt:variant>
        <vt:lpstr>Títulos de diapositiva</vt:lpstr>
      </vt:variant>
      <vt:variant>
        <vt:i4>32</vt:i4>
      </vt:variant>
    </vt:vector>
  </HeadingPairs>
  <TitlesOfParts>
    <vt:vector size="46" baseType="lpstr">
      <vt:lpstr>Arial</vt:lpstr>
      <vt:lpstr>Calibri</vt:lpstr>
      <vt:lpstr>Cambria Math</vt:lpstr>
      <vt:lpstr>Courier New</vt:lpstr>
      <vt:lpstr>Google Sans Text</vt:lpstr>
      <vt:lpstr>Symbol</vt:lpstr>
      <vt:lpstr>Wingdings</vt:lpstr>
      <vt:lpstr>Titel 1</vt:lpstr>
      <vt:lpstr>Title Blank</vt:lpstr>
      <vt:lpstr>Titel 2</vt:lpstr>
      <vt:lpstr>Titel 3</vt:lpstr>
      <vt:lpstr>Inhalt</vt:lpstr>
      <vt:lpstr>Kapiteltrenner blau</vt:lpstr>
      <vt:lpstr>Kapiteltrenner schwarz</vt:lpstr>
      <vt:lpstr>A Comparative Study of Static and Dynamic Graph Neural Networks for Financial Trend Prediction</vt:lpstr>
      <vt:lpstr>Motivation &amp; The Economic Incentive</vt:lpstr>
      <vt:lpstr>Research Objective</vt:lpstr>
      <vt:lpstr>Related Work </vt:lpstr>
      <vt:lpstr>Methodology I - T-GCN Architecture</vt:lpstr>
      <vt:lpstr>Methodology II - MST-GNN Architecture</vt:lpstr>
      <vt:lpstr>Graph Construction 1 - Hybrid Static Graph</vt:lpstr>
      <vt:lpstr>Graph Construction 2 - Dynamic Manhattan Graph</vt:lpstr>
      <vt:lpstr>Experimental Setup</vt:lpstr>
      <vt:lpstr>Preliminary Results</vt:lpstr>
      <vt:lpstr>Discussion - Challenges</vt:lpstr>
      <vt:lpstr>Future Work</vt:lpstr>
      <vt:lpstr>Conclusion</vt:lpstr>
      <vt:lpstr>Presentación de PowerPoint</vt:lpstr>
      <vt:lpstr>Gültigkeit der Masterfolien</vt:lpstr>
      <vt:lpstr>Schrift</vt:lpstr>
      <vt:lpstr>Farben</vt:lpstr>
      <vt:lpstr>Texte</vt:lpstr>
      <vt:lpstr>Bilder - Allgemein</vt:lpstr>
      <vt:lpstr>Aufzählung</vt:lpstr>
      <vt:lpstr>Bilder</vt:lpstr>
      <vt:lpstr>Bilder</vt:lpstr>
      <vt:lpstr>Bilder</vt:lpstr>
      <vt:lpstr>Bilder</vt:lpstr>
      <vt:lpstr>Bilder</vt:lpstr>
      <vt:lpstr>Nicht formatfüllende Bilder</vt:lpstr>
      <vt:lpstr>Bilder Format füllend - maximale Bildgröße</vt:lpstr>
      <vt:lpstr>Nicht Format füllende Bilder</vt:lpstr>
      <vt:lpstr>Tabelle – Beispiel 1</vt:lpstr>
      <vt:lpstr>Tabelle – Beispiel 2</vt:lpstr>
      <vt:lpstr>Diagramme – Beispiel 1</vt:lpstr>
      <vt:lpstr>Diagramme</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Wei Tian</dc:creator>
  <cp:lastModifiedBy>Aldo Sebastian  Rodriguez Gutierrez</cp:lastModifiedBy>
  <cp:revision>11</cp:revision>
  <cp:lastPrinted>2015-07-30T14:04:45Z</cp:lastPrinted>
  <dcterms:created xsi:type="dcterms:W3CDTF">2020-10-03T23:03:33Z</dcterms:created>
  <dcterms:modified xsi:type="dcterms:W3CDTF">2026-01-23T17:51:46Z</dcterms:modified>
</cp:coreProperties>
</file>